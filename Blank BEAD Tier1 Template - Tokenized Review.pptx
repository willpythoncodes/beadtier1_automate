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18"/>
  </p:notesMasterIdLst>
  <p:handoutMasterIdLst>
    <p:handoutMasterId r:id="rId19"/>
  </p:handoutMasterIdLst>
  <p:sldIdLst>
    <p:sldId id="452" r:id="rId5"/>
    <p:sldId id="331" r:id="rId6"/>
    <p:sldId id="483" r:id="rId7"/>
    <p:sldId id="484" r:id="rId8"/>
    <p:sldId id="455" r:id="rId9"/>
    <p:sldId id="470" r:id="rId10"/>
    <p:sldId id="475" r:id="rId11"/>
    <p:sldId id="476" r:id="rId12"/>
    <p:sldId id="477" r:id="rId13"/>
    <p:sldId id="479" r:id="rId14"/>
    <p:sldId id="480" r:id="rId15"/>
    <p:sldId id="485" r:id="rId16"/>
    <p:sldId id="48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910616-451C-CA50-131A-FCDC0D0E0FCB}" name="Doug Bausch" initials="DB" userId="S::dbausch@niyamit.com::f6ac93a8-def4-459d-8fc3-8e1b27caa921" providerId="AD"/>
  <p188:author id="{6535471F-EEEC-D69A-452D-31933B5A52CE}" name="Caton, John" initials="JC" userId="S::0478918625@FEMA.DHS.GOV::fff7d0ca-58f4-45a4-a058-05119d2d7a05" providerId="AD"/>
  <p188:author id="{7B945035-C19E-AF0B-76FB-A1EEDEF218B4}" name="Ashley Hoke" initials="AH" userId="S::ahoke@niyamit.com::2b11871b-2329-4000-bcb0-99fe47ed9f68" providerId="AD"/>
  <p188:author id="{1F97B03E-5942-127B-886A-D0199678A0DF}" name="Scott, Matthew" initials="MS" userId="S::0676021319@FEMA.DHS.GOV::c20a9851-00b6-4c99-9e2c-3772b0275937" providerId="AD"/>
  <p188:author id="{C7420A58-FFEF-B142-1EF1-53551330E2C5}" name="Mgomezulu, Angela" initials="KM" userId="S::0029504416@FEMA.DHS.GOV::f1b93af7-81ba-48a7-83b1-89b4b31dd666" providerId="AD"/>
  <p188:author id="{00DCD05D-7568-9799-8613-D5B521DB4B64}" name="James, Lavar" initials="LJ" userId="James, Lavar" providerId="None"/>
  <p188:author id="{73CB5474-A101-E931-6A88-6926B9310E58}" name="Shearer, Eugene" initials="SE" userId="S::0001173876@fema.dhs.gov::00dde6b5-c5b5-4927-bc00-f9fd8e5e4249" providerId="AD"/>
  <p188:author id="{A339FDD9-0570-F020-BAA7-5B354E4EACA1}" name="Brunson, Sammy" initials="BS" userId="S::0967199837@FEMA.DHS.GOV::4bb6211f-739a-414a-8713-40032136f3b0" providerId="AD"/>
  <p188:author id="{37DD52E3-FB9E-71C1-3690-1FE69E980482}" name="Catalla, Efren" initials="EC" userId="S::0325243933@FEMA.DHS.GOV::b1a6f5f8-795e-4eba-a928-07bab1ea019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188"/>
    <a:srgbClr val="1D1C1D"/>
    <a:srgbClr val="0000CD"/>
    <a:srgbClr val="FFD780"/>
    <a:srgbClr val="FFFFFF"/>
    <a:srgbClr val="621D14"/>
    <a:srgbClr val="2CA02C"/>
    <a:srgbClr val="FF7F0E"/>
    <a:srgbClr val="1F77B4"/>
    <a:srgbClr val="B0DC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E0D3D8-7951-4BB5-9955-CAC868483628}" v="91" dt="2026-05-13T18:47:08.014"/>
  </p1510:revLst>
</p1510:revInfo>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97" autoAdjust="0"/>
    <p:restoredTop sz="85109" autoAdjust="0"/>
  </p:normalViewPr>
  <p:slideViewPr>
    <p:cSldViewPr snapToGrid="0">
      <p:cViewPr varScale="1">
        <p:scale>
          <a:sx n="69" d="100"/>
          <a:sy n="69" d="100"/>
        </p:scale>
        <p:origin x="36" y="82"/>
      </p:cViewPr>
      <p:guideLst/>
    </p:cSldViewPr>
  </p:slideViewPr>
  <p:notesTextViewPr>
    <p:cViewPr>
      <p:scale>
        <a:sx n="1" d="1"/>
        <a:sy n="1" d="1"/>
      </p:scale>
      <p:origin x="0" y="-1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 Id="rId26"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Hoke" userId="2b11871b-2329-4000-bcb0-99fe47ed9f68" providerId="ADAL" clId="{AA9B87F4-0A25-47AF-A2C7-89367951FD0E}"/>
    <pc:docChg chg="undo redo custSel addSld delSld modSld sldOrd modMainMaster">
      <pc:chgData name="Ashley Hoke" userId="2b11871b-2329-4000-bcb0-99fe47ed9f68" providerId="ADAL" clId="{AA9B87F4-0A25-47AF-A2C7-89367951FD0E}" dt="2026-05-13T19:45:14.152" v="4289" actId="478"/>
      <pc:docMkLst>
        <pc:docMk/>
      </pc:docMkLst>
      <pc:sldChg chg="delSp modSp mod modCm">
        <pc:chgData name="Ashley Hoke" userId="2b11871b-2329-4000-bcb0-99fe47ed9f68" providerId="ADAL" clId="{AA9B87F4-0A25-47AF-A2C7-89367951FD0E}" dt="2026-05-13T19:00:01.500" v="4083" actId="478"/>
        <pc:sldMkLst>
          <pc:docMk/>
          <pc:sldMk cId="3949977315" sldId="331"/>
        </pc:sldMkLst>
        <pc:spChg chg="mod">
          <ac:chgData name="Ashley Hoke" userId="2b11871b-2329-4000-bcb0-99fe47ed9f68" providerId="ADAL" clId="{AA9B87F4-0A25-47AF-A2C7-89367951FD0E}" dt="2026-05-13T17:48:02.122" v="302" actId="207"/>
          <ac:spMkLst>
            <pc:docMk/>
            <pc:sldMk cId="3949977315" sldId="331"/>
            <ac:spMk id="2" creationId="{D8DA4DFC-637B-503B-A1BD-EA9027B7BAF9}"/>
          </ac:spMkLst>
        </pc:spChg>
        <pc:spChg chg="mod">
          <ac:chgData name="Ashley Hoke" userId="2b11871b-2329-4000-bcb0-99fe47ed9f68" providerId="ADAL" clId="{AA9B87F4-0A25-47AF-A2C7-89367951FD0E}" dt="2026-05-13T17:59:56.187" v="728" actId="20577"/>
          <ac:spMkLst>
            <pc:docMk/>
            <pc:sldMk cId="3949977315" sldId="331"/>
            <ac:spMk id="3" creationId="{D6F4E7FE-1136-B42E-3543-EC975D754B9C}"/>
          </ac:spMkLst>
        </pc:spChg>
        <pc:spChg chg="del">
          <ac:chgData name="Ashley Hoke" userId="2b11871b-2329-4000-bcb0-99fe47ed9f68" providerId="ADAL" clId="{AA9B87F4-0A25-47AF-A2C7-89367951FD0E}" dt="2026-05-13T18:59:58.558" v="4082" actId="478"/>
          <ac:spMkLst>
            <pc:docMk/>
            <pc:sldMk cId="3949977315" sldId="331"/>
            <ac:spMk id="5" creationId="{21C49ED2-F344-1F4D-9B80-0C565B5B2A28}"/>
          </ac:spMkLst>
        </pc:spChg>
        <pc:spChg chg="del">
          <ac:chgData name="Ashley Hoke" userId="2b11871b-2329-4000-bcb0-99fe47ed9f68" providerId="ADAL" clId="{AA9B87F4-0A25-47AF-A2C7-89367951FD0E}" dt="2026-05-13T19:00:01.500" v="4083" actId="478"/>
          <ac:spMkLst>
            <pc:docMk/>
            <pc:sldMk cId="3949977315" sldId="331"/>
            <ac:spMk id="8" creationId="{3C95EEFF-D038-63F1-428A-CA961DF481E0}"/>
          </ac:spMkLst>
        </pc:spChg>
        <pc:extLst>
          <p:ext xmlns:p="http://schemas.openxmlformats.org/presentationml/2006/main" uri="{D6D511B9-2390-475A-947B-AFAB55BFBCF1}">
            <pc226:cmChg xmlns:pc226="http://schemas.microsoft.com/office/powerpoint/2022/06/main/command" chg="mod">
              <pc226:chgData name="Ashley Hoke" userId="2b11871b-2329-4000-bcb0-99fe47ed9f68" providerId="ADAL" clId="{AA9B87F4-0A25-47AF-A2C7-89367951FD0E}" dt="2026-05-13T17:59:56.187" v="728" actId="20577"/>
              <pc2:cmMkLst xmlns:pc2="http://schemas.microsoft.com/office/powerpoint/2019/9/main/command">
                <pc:docMk/>
                <pc:sldMk cId="3949977315" sldId="331"/>
                <pc2:cmMk id="{8D1E1AFF-51FE-40AC-8685-FB35B00B58A8}"/>
              </pc2:cmMkLst>
            </pc226:cmChg>
          </p:ext>
        </pc:extLst>
      </pc:sldChg>
      <pc:sldChg chg="delSp mod ord modNotesTx">
        <pc:chgData name="Ashley Hoke" userId="2b11871b-2329-4000-bcb0-99fe47ed9f68" providerId="ADAL" clId="{AA9B87F4-0A25-47AF-A2C7-89367951FD0E}" dt="2026-05-13T18:35:18.683" v="3089" actId="478"/>
        <pc:sldMkLst>
          <pc:docMk/>
          <pc:sldMk cId="2684132413" sldId="338"/>
        </pc:sldMkLst>
        <pc:spChg chg="del">
          <ac:chgData name="Ashley Hoke" userId="2b11871b-2329-4000-bcb0-99fe47ed9f68" providerId="ADAL" clId="{AA9B87F4-0A25-47AF-A2C7-89367951FD0E}" dt="2026-05-13T18:35:18.683" v="3089" actId="478"/>
          <ac:spMkLst>
            <pc:docMk/>
            <pc:sldMk cId="2684132413" sldId="338"/>
            <ac:spMk id="7" creationId="{F38FBA5C-5064-0FBF-1B73-726D02A6D89B}"/>
          </ac:spMkLst>
        </pc:spChg>
      </pc:sldChg>
      <pc:sldChg chg="delSp modSp mod modNotesTx">
        <pc:chgData name="Ashley Hoke" userId="2b11871b-2329-4000-bcb0-99fe47ed9f68" providerId="ADAL" clId="{AA9B87F4-0A25-47AF-A2C7-89367951FD0E}" dt="2026-05-13T18:35:52.293" v="3096" actId="478"/>
        <pc:sldMkLst>
          <pc:docMk/>
          <pc:sldMk cId="81383844" sldId="342"/>
        </pc:sldMkLst>
        <pc:spChg chg="mod">
          <ac:chgData name="Ashley Hoke" userId="2b11871b-2329-4000-bcb0-99fe47ed9f68" providerId="ADAL" clId="{AA9B87F4-0A25-47AF-A2C7-89367951FD0E}" dt="2026-05-13T18:07:40.508" v="1849" actId="27636"/>
          <ac:spMkLst>
            <pc:docMk/>
            <pc:sldMk cId="81383844" sldId="342"/>
            <ac:spMk id="4" creationId="{37FF0D9A-2D55-64AD-2E0B-91329A478B80}"/>
          </ac:spMkLst>
        </pc:spChg>
        <pc:spChg chg="del">
          <ac:chgData name="Ashley Hoke" userId="2b11871b-2329-4000-bcb0-99fe47ed9f68" providerId="ADAL" clId="{AA9B87F4-0A25-47AF-A2C7-89367951FD0E}" dt="2026-05-13T18:35:52.293" v="3096" actId="478"/>
          <ac:spMkLst>
            <pc:docMk/>
            <pc:sldMk cId="81383844" sldId="342"/>
            <ac:spMk id="5" creationId="{7D55734E-B436-DDE3-AB6A-3671EFCEE598}"/>
          </ac:spMkLst>
        </pc:spChg>
      </pc:sldChg>
      <pc:sldChg chg="delSp mod modNotesTx">
        <pc:chgData name="Ashley Hoke" userId="2b11871b-2329-4000-bcb0-99fe47ed9f68" providerId="ADAL" clId="{AA9B87F4-0A25-47AF-A2C7-89367951FD0E}" dt="2026-05-13T18:35:39.912" v="3093" actId="478"/>
        <pc:sldMkLst>
          <pc:docMk/>
          <pc:sldMk cId="2935954241" sldId="345"/>
        </pc:sldMkLst>
        <pc:spChg chg="del">
          <ac:chgData name="Ashley Hoke" userId="2b11871b-2329-4000-bcb0-99fe47ed9f68" providerId="ADAL" clId="{AA9B87F4-0A25-47AF-A2C7-89367951FD0E}" dt="2026-05-13T18:35:39.912" v="3093" actId="478"/>
          <ac:spMkLst>
            <pc:docMk/>
            <pc:sldMk cId="2935954241" sldId="345"/>
            <ac:spMk id="5" creationId="{F73FE995-7D46-B9C7-C2A3-BCD2BC744302}"/>
          </ac:spMkLst>
        </pc:spChg>
      </pc:sldChg>
      <pc:sldChg chg="delSp mod modNotesTx">
        <pc:chgData name="Ashley Hoke" userId="2b11871b-2329-4000-bcb0-99fe47ed9f68" providerId="ADAL" clId="{AA9B87F4-0A25-47AF-A2C7-89367951FD0E}" dt="2026-05-13T18:35:49.495" v="3095" actId="478"/>
        <pc:sldMkLst>
          <pc:docMk/>
          <pc:sldMk cId="3072713118" sldId="438"/>
        </pc:sldMkLst>
        <pc:spChg chg="del">
          <ac:chgData name="Ashley Hoke" userId="2b11871b-2329-4000-bcb0-99fe47ed9f68" providerId="ADAL" clId="{AA9B87F4-0A25-47AF-A2C7-89367951FD0E}" dt="2026-05-13T18:35:49.495" v="3095" actId="478"/>
          <ac:spMkLst>
            <pc:docMk/>
            <pc:sldMk cId="3072713118" sldId="438"/>
            <ac:spMk id="3" creationId="{2C1D9B3F-56FD-F5F3-0CB9-16A4344EFC6A}"/>
          </ac:spMkLst>
        </pc:spChg>
      </pc:sldChg>
      <pc:sldChg chg="delSp mod modNotesTx">
        <pc:chgData name="Ashley Hoke" userId="2b11871b-2329-4000-bcb0-99fe47ed9f68" providerId="ADAL" clId="{AA9B87F4-0A25-47AF-A2C7-89367951FD0E}" dt="2026-05-13T18:35:45.910" v="3094" actId="478"/>
        <pc:sldMkLst>
          <pc:docMk/>
          <pc:sldMk cId="1192663540" sldId="440"/>
        </pc:sldMkLst>
        <pc:spChg chg="del">
          <ac:chgData name="Ashley Hoke" userId="2b11871b-2329-4000-bcb0-99fe47ed9f68" providerId="ADAL" clId="{AA9B87F4-0A25-47AF-A2C7-89367951FD0E}" dt="2026-05-13T18:35:45.910" v="3094" actId="478"/>
          <ac:spMkLst>
            <pc:docMk/>
            <pc:sldMk cId="1192663540" sldId="440"/>
            <ac:spMk id="5" creationId="{F49B26E8-C873-595F-CD1D-A01B8E2FF94D}"/>
          </ac:spMkLst>
        </pc:spChg>
      </pc:sldChg>
      <pc:sldChg chg="delSp mod modNotesTx">
        <pc:chgData name="Ashley Hoke" userId="2b11871b-2329-4000-bcb0-99fe47ed9f68" providerId="ADAL" clId="{AA9B87F4-0A25-47AF-A2C7-89367951FD0E}" dt="2026-05-13T19:45:14.152" v="4289" actId="478"/>
        <pc:sldMkLst>
          <pc:docMk/>
          <pc:sldMk cId="2199640349" sldId="441"/>
        </pc:sldMkLst>
        <pc:spChg chg="del">
          <ac:chgData name="Ashley Hoke" userId="2b11871b-2329-4000-bcb0-99fe47ed9f68" providerId="ADAL" clId="{AA9B87F4-0A25-47AF-A2C7-89367951FD0E}" dt="2026-05-13T19:45:14.152" v="4289" actId="478"/>
          <ac:spMkLst>
            <pc:docMk/>
            <pc:sldMk cId="2199640349" sldId="441"/>
            <ac:spMk id="5" creationId="{EC523F9D-B8FB-95BB-7F44-20F450821874}"/>
          </ac:spMkLst>
        </pc:spChg>
      </pc:sldChg>
      <pc:sldChg chg="delSp mod modNotesTx">
        <pc:chgData name="Ashley Hoke" userId="2b11871b-2329-4000-bcb0-99fe47ed9f68" providerId="ADAL" clId="{AA9B87F4-0A25-47AF-A2C7-89367951FD0E}" dt="2026-05-13T18:35:58.126" v="3097" actId="478"/>
        <pc:sldMkLst>
          <pc:docMk/>
          <pc:sldMk cId="2719054573" sldId="445"/>
        </pc:sldMkLst>
        <pc:spChg chg="del">
          <ac:chgData name="Ashley Hoke" userId="2b11871b-2329-4000-bcb0-99fe47ed9f68" providerId="ADAL" clId="{AA9B87F4-0A25-47AF-A2C7-89367951FD0E}" dt="2026-05-13T18:35:58.126" v="3097" actId="478"/>
          <ac:spMkLst>
            <pc:docMk/>
            <pc:sldMk cId="2719054573" sldId="445"/>
            <ac:spMk id="5" creationId="{57FEF4C8-388E-13B2-01EC-2C63CD003D96}"/>
          </ac:spMkLst>
        </pc:spChg>
      </pc:sldChg>
      <pc:sldChg chg="addSp delSp modSp mod">
        <pc:chgData name="Ashley Hoke" userId="2b11871b-2329-4000-bcb0-99fe47ed9f68" providerId="ADAL" clId="{AA9B87F4-0A25-47AF-A2C7-89367951FD0E}" dt="2026-05-13T17:57:34.766" v="726" actId="767"/>
        <pc:sldMkLst>
          <pc:docMk/>
          <pc:sldMk cId="3098244687" sldId="452"/>
        </pc:sldMkLst>
        <pc:spChg chg="mod">
          <ac:chgData name="Ashley Hoke" userId="2b11871b-2329-4000-bcb0-99fe47ed9f68" providerId="ADAL" clId="{AA9B87F4-0A25-47AF-A2C7-89367951FD0E}" dt="2026-05-13T17:57:06.808" v="724" actId="20577"/>
          <ac:spMkLst>
            <pc:docMk/>
            <pc:sldMk cId="3098244687" sldId="452"/>
            <ac:spMk id="2" creationId="{115893D5-1AD4-51E5-497A-0D387E5874A8}"/>
          </ac:spMkLst>
        </pc:spChg>
        <pc:spChg chg="mod">
          <ac:chgData name="Ashley Hoke" userId="2b11871b-2329-4000-bcb0-99fe47ed9f68" providerId="ADAL" clId="{AA9B87F4-0A25-47AF-A2C7-89367951FD0E}" dt="2026-05-13T17:47:15.955" v="246" actId="1035"/>
          <ac:spMkLst>
            <pc:docMk/>
            <pc:sldMk cId="3098244687" sldId="452"/>
            <ac:spMk id="3" creationId="{DA87D42E-C3AD-73A8-A0F2-C4954D6891D9}"/>
          </ac:spMkLst>
        </pc:spChg>
        <pc:spChg chg="add del mod">
          <ac:chgData name="Ashley Hoke" userId="2b11871b-2329-4000-bcb0-99fe47ed9f68" providerId="ADAL" clId="{AA9B87F4-0A25-47AF-A2C7-89367951FD0E}" dt="2026-05-13T17:46:51.960" v="234" actId="478"/>
          <ac:spMkLst>
            <pc:docMk/>
            <pc:sldMk cId="3098244687" sldId="452"/>
            <ac:spMk id="4" creationId="{07D474A2-3D4E-BEED-EDCF-D42E6C4B86A8}"/>
          </ac:spMkLst>
        </pc:spChg>
        <pc:spChg chg="del">
          <ac:chgData name="Ashley Hoke" userId="2b11871b-2329-4000-bcb0-99fe47ed9f68" providerId="ADAL" clId="{AA9B87F4-0A25-47AF-A2C7-89367951FD0E}" dt="2026-05-13T17:46:37.399" v="230" actId="478"/>
          <ac:spMkLst>
            <pc:docMk/>
            <pc:sldMk cId="3098244687" sldId="452"/>
            <ac:spMk id="5" creationId="{FEA22BE7-811F-A012-A7AC-0437D722FB8B}"/>
          </ac:spMkLst>
        </pc:spChg>
        <pc:spChg chg="del">
          <ac:chgData name="Ashley Hoke" userId="2b11871b-2329-4000-bcb0-99fe47ed9f68" providerId="ADAL" clId="{AA9B87F4-0A25-47AF-A2C7-89367951FD0E}" dt="2026-05-13T17:47:18.890" v="247" actId="478"/>
          <ac:spMkLst>
            <pc:docMk/>
            <pc:sldMk cId="3098244687" sldId="452"/>
            <ac:spMk id="6" creationId="{F0084FBC-9E00-C848-6531-4E4AA45E3D81}"/>
          </ac:spMkLst>
        </pc:spChg>
        <pc:spChg chg="add mod">
          <ac:chgData name="Ashley Hoke" userId="2b11871b-2329-4000-bcb0-99fe47ed9f68" providerId="ADAL" clId="{AA9B87F4-0A25-47AF-A2C7-89367951FD0E}" dt="2026-05-13T17:57:34.766" v="726" actId="767"/>
          <ac:spMkLst>
            <pc:docMk/>
            <pc:sldMk cId="3098244687" sldId="452"/>
            <ac:spMk id="7" creationId="{4E05113F-4D60-FD95-EBC5-22B7180908FF}"/>
          </ac:spMkLst>
        </pc:spChg>
        <pc:spChg chg="mod">
          <ac:chgData name="Ashley Hoke" userId="2b11871b-2329-4000-bcb0-99fe47ed9f68" providerId="ADAL" clId="{AA9B87F4-0A25-47AF-A2C7-89367951FD0E}" dt="2026-05-13T17:47:15.955" v="246" actId="1035"/>
          <ac:spMkLst>
            <pc:docMk/>
            <pc:sldMk cId="3098244687" sldId="452"/>
            <ac:spMk id="8" creationId="{D4112081-D721-04F7-D3DD-DB66E4D27A28}"/>
          </ac:spMkLst>
        </pc:spChg>
      </pc:sldChg>
      <pc:sldChg chg="delSp mod">
        <pc:chgData name="Ashley Hoke" userId="2b11871b-2329-4000-bcb0-99fe47ed9f68" providerId="ADAL" clId="{AA9B87F4-0A25-47AF-A2C7-89367951FD0E}" dt="2026-05-13T18:35:34.466" v="3092" actId="478"/>
        <pc:sldMkLst>
          <pc:docMk/>
          <pc:sldMk cId="3050998568" sldId="454"/>
        </pc:sldMkLst>
        <pc:spChg chg="del">
          <ac:chgData name="Ashley Hoke" userId="2b11871b-2329-4000-bcb0-99fe47ed9f68" providerId="ADAL" clId="{AA9B87F4-0A25-47AF-A2C7-89367951FD0E}" dt="2026-05-13T18:35:34.466" v="3092" actId="478"/>
          <ac:spMkLst>
            <pc:docMk/>
            <pc:sldMk cId="3050998568" sldId="454"/>
            <ac:spMk id="4" creationId="{81AA35C2-67D4-4906-B401-26015E3C2EE3}"/>
          </ac:spMkLst>
        </pc:spChg>
      </pc:sldChg>
      <pc:sldChg chg="delSp add mod">
        <pc:chgData name="Ashley Hoke" userId="2b11871b-2329-4000-bcb0-99fe47ed9f68" providerId="ADAL" clId="{AA9B87F4-0A25-47AF-A2C7-89367951FD0E}" dt="2026-05-13T18:34:59.169" v="3086" actId="478"/>
        <pc:sldMkLst>
          <pc:docMk/>
          <pc:sldMk cId="77757335" sldId="455"/>
        </pc:sldMkLst>
        <pc:spChg chg="del">
          <ac:chgData name="Ashley Hoke" userId="2b11871b-2329-4000-bcb0-99fe47ed9f68" providerId="ADAL" clId="{AA9B87F4-0A25-47AF-A2C7-89367951FD0E}" dt="2026-05-13T18:34:59.169" v="3086" actId="478"/>
          <ac:spMkLst>
            <pc:docMk/>
            <pc:sldMk cId="77757335" sldId="455"/>
            <ac:spMk id="4" creationId="{9B3642E0-6FD6-DC18-D9C8-1EC075692D6E}"/>
          </ac:spMkLst>
        </pc:spChg>
      </pc:sldChg>
      <pc:sldChg chg="modSp del mod">
        <pc:chgData name="Ashley Hoke" userId="2b11871b-2329-4000-bcb0-99fe47ed9f68" providerId="ADAL" clId="{AA9B87F4-0A25-47AF-A2C7-89367951FD0E}" dt="2026-05-13T17:55:47.792" v="597" actId="2696"/>
        <pc:sldMkLst>
          <pc:docMk/>
          <pc:sldMk cId="1937334164" sldId="455"/>
        </pc:sldMkLst>
        <pc:spChg chg="mod">
          <ac:chgData name="Ashley Hoke" userId="2b11871b-2329-4000-bcb0-99fe47ed9f68" providerId="ADAL" clId="{AA9B87F4-0A25-47AF-A2C7-89367951FD0E}" dt="2026-05-13T17:50:16.832" v="354" actId="207"/>
          <ac:spMkLst>
            <pc:docMk/>
            <pc:sldMk cId="1937334164" sldId="455"/>
            <ac:spMk id="2" creationId="{99BCD923-FAA4-52C7-C926-6419C9DF398D}"/>
          </ac:spMkLst>
        </pc:spChg>
      </pc:sldChg>
      <pc:sldChg chg="del">
        <pc:chgData name="Ashley Hoke" userId="2b11871b-2329-4000-bcb0-99fe47ed9f68" providerId="ADAL" clId="{AA9B87F4-0A25-47AF-A2C7-89367951FD0E}" dt="2026-05-13T17:55:25.126" v="595" actId="47"/>
        <pc:sldMkLst>
          <pc:docMk/>
          <pc:sldMk cId="140723354" sldId="459"/>
        </pc:sldMkLst>
      </pc:sldChg>
      <pc:sldChg chg="del">
        <pc:chgData name="Ashley Hoke" userId="2b11871b-2329-4000-bcb0-99fe47ed9f68" providerId="ADAL" clId="{AA9B87F4-0A25-47AF-A2C7-89367951FD0E}" dt="2026-05-13T17:55:25.126" v="595" actId="47"/>
        <pc:sldMkLst>
          <pc:docMk/>
          <pc:sldMk cId="2552846157" sldId="467"/>
        </pc:sldMkLst>
      </pc:sldChg>
      <pc:sldChg chg="del">
        <pc:chgData name="Ashley Hoke" userId="2b11871b-2329-4000-bcb0-99fe47ed9f68" providerId="ADAL" clId="{AA9B87F4-0A25-47AF-A2C7-89367951FD0E}" dt="2026-05-13T17:55:25.126" v="595" actId="47"/>
        <pc:sldMkLst>
          <pc:docMk/>
          <pc:sldMk cId="106730561" sldId="468"/>
        </pc:sldMkLst>
      </pc:sldChg>
      <pc:sldChg chg="del">
        <pc:chgData name="Ashley Hoke" userId="2b11871b-2329-4000-bcb0-99fe47ed9f68" providerId="ADAL" clId="{AA9B87F4-0A25-47AF-A2C7-89367951FD0E}" dt="2026-05-13T17:55:25.126" v="595" actId="47"/>
        <pc:sldMkLst>
          <pc:docMk/>
          <pc:sldMk cId="1424566099" sldId="469"/>
        </pc:sldMkLst>
      </pc:sldChg>
      <pc:sldChg chg="modSp del mod">
        <pc:chgData name="Ashley Hoke" userId="2b11871b-2329-4000-bcb0-99fe47ed9f68" providerId="ADAL" clId="{AA9B87F4-0A25-47AF-A2C7-89367951FD0E}" dt="2026-05-13T17:55:47.792" v="597" actId="2696"/>
        <pc:sldMkLst>
          <pc:docMk/>
          <pc:sldMk cId="1511847223" sldId="470"/>
        </pc:sldMkLst>
        <pc:spChg chg="mod">
          <ac:chgData name="Ashley Hoke" userId="2b11871b-2329-4000-bcb0-99fe47ed9f68" providerId="ADAL" clId="{AA9B87F4-0A25-47AF-A2C7-89367951FD0E}" dt="2026-05-13T17:50:11.442" v="353" actId="207"/>
          <ac:spMkLst>
            <pc:docMk/>
            <pc:sldMk cId="1511847223" sldId="470"/>
            <ac:spMk id="2" creationId="{B11B641C-DFB2-E57D-0FFA-5205D73A0DB3}"/>
          </ac:spMkLst>
        </pc:spChg>
      </pc:sldChg>
      <pc:sldChg chg="addSp delSp modSp add mod">
        <pc:chgData name="Ashley Hoke" userId="2b11871b-2329-4000-bcb0-99fe47ed9f68" providerId="ADAL" clId="{AA9B87F4-0A25-47AF-A2C7-89367951FD0E}" dt="2026-05-13T19:21:05.072" v="4087" actId="20577"/>
        <pc:sldMkLst>
          <pc:docMk/>
          <pc:sldMk cId="2674218887" sldId="470"/>
        </pc:sldMkLst>
        <pc:spChg chg="del mod">
          <ac:chgData name="Ashley Hoke" userId="2b11871b-2329-4000-bcb0-99fe47ed9f68" providerId="ADAL" clId="{AA9B87F4-0A25-47AF-A2C7-89367951FD0E}" dt="2026-05-13T18:11:41.936" v="2156" actId="478"/>
          <ac:spMkLst>
            <pc:docMk/>
            <pc:sldMk cId="2674218887" sldId="470"/>
            <ac:spMk id="4" creationId="{BE4E3458-20FD-95B1-76F6-4CEE227B6350}"/>
          </ac:spMkLst>
        </pc:spChg>
        <pc:spChg chg="del">
          <ac:chgData name="Ashley Hoke" userId="2b11871b-2329-4000-bcb0-99fe47ed9f68" providerId="ADAL" clId="{AA9B87F4-0A25-47AF-A2C7-89367951FD0E}" dt="2026-05-13T18:22:04.909" v="2785" actId="478"/>
          <ac:spMkLst>
            <pc:docMk/>
            <pc:sldMk cId="2674218887" sldId="470"/>
            <ac:spMk id="5" creationId="{3EE145E0-BD7C-50B8-82F5-EDDD6EF8C20A}"/>
          </ac:spMkLst>
        </pc:spChg>
        <pc:spChg chg="mod">
          <ac:chgData name="Ashley Hoke" userId="2b11871b-2329-4000-bcb0-99fe47ed9f68" providerId="ADAL" clId="{AA9B87F4-0A25-47AF-A2C7-89367951FD0E}" dt="2026-05-13T18:44:40.524" v="3697" actId="20577"/>
          <ac:spMkLst>
            <pc:docMk/>
            <pc:sldMk cId="2674218887" sldId="470"/>
            <ac:spMk id="6" creationId="{F4EF3259-0C8A-0AEA-D8C0-59AED1553752}"/>
          </ac:spMkLst>
        </pc:spChg>
        <pc:spChg chg="del">
          <ac:chgData name="Ashley Hoke" userId="2b11871b-2329-4000-bcb0-99fe47ed9f68" providerId="ADAL" clId="{AA9B87F4-0A25-47AF-A2C7-89367951FD0E}" dt="2026-05-13T18:26:49.636" v="2873" actId="478"/>
          <ac:spMkLst>
            <pc:docMk/>
            <pc:sldMk cId="2674218887" sldId="470"/>
            <ac:spMk id="7" creationId="{B1351390-E55F-DB61-F551-03A17829477D}"/>
          </ac:spMkLst>
        </pc:spChg>
        <pc:spChg chg="add mod">
          <ac:chgData name="Ashley Hoke" userId="2b11871b-2329-4000-bcb0-99fe47ed9f68" providerId="ADAL" clId="{AA9B87F4-0A25-47AF-A2C7-89367951FD0E}" dt="2026-05-13T18:28:15.295" v="2917"/>
          <ac:spMkLst>
            <pc:docMk/>
            <pc:sldMk cId="2674218887" sldId="470"/>
            <ac:spMk id="9" creationId="{D5E40E2A-06FB-C203-2E7B-D45780383218}"/>
          </ac:spMkLst>
        </pc:spChg>
        <pc:spChg chg="add mod">
          <ac:chgData name="Ashley Hoke" userId="2b11871b-2329-4000-bcb0-99fe47ed9f68" providerId="ADAL" clId="{AA9B87F4-0A25-47AF-A2C7-89367951FD0E}" dt="2026-05-13T18:26:49.921" v="2874"/>
          <ac:spMkLst>
            <pc:docMk/>
            <pc:sldMk cId="2674218887" sldId="470"/>
            <ac:spMk id="10" creationId="{C58F552A-E68D-FF76-5C74-7ADCBCAE914B}"/>
          </ac:spMkLst>
        </pc:spChg>
        <pc:graphicFrameChg chg="mod modGraphic">
          <ac:chgData name="Ashley Hoke" userId="2b11871b-2329-4000-bcb0-99fe47ed9f68" providerId="ADAL" clId="{AA9B87F4-0A25-47AF-A2C7-89367951FD0E}" dt="2026-05-13T19:21:05.072" v="4087" actId="20577"/>
          <ac:graphicFrameMkLst>
            <pc:docMk/>
            <pc:sldMk cId="2674218887" sldId="470"/>
            <ac:graphicFrameMk id="8" creationId="{5CF29A41-C172-E2B7-5768-BFAF486DC45A}"/>
          </ac:graphicFrameMkLst>
        </pc:graphicFrameChg>
      </pc:sldChg>
      <pc:sldChg chg="delSp mod">
        <pc:chgData name="Ashley Hoke" userId="2b11871b-2329-4000-bcb0-99fe47ed9f68" providerId="ADAL" clId="{AA9B87F4-0A25-47AF-A2C7-89367951FD0E}" dt="2026-05-13T18:35:29.299" v="3091" actId="478"/>
        <pc:sldMkLst>
          <pc:docMk/>
          <pc:sldMk cId="1919180036" sldId="471"/>
        </pc:sldMkLst>
        <pc:spChg chg="del">
          <ac:chgData name="Ashley Hoke" userId="2b11871b-2329-4000-bcb0-99fe47ed9f68" providerId="ADAL" clId="{AA9B87F4-0A25-47AF-A2C7-89367951FD0E}" dt="2026-05-13T18:35:29.299" v="3091" actId="478"/>
          <ac:spMkLst>
            <pc:docMk/>
            <pc:sldMk cId="1919180036" sldId="471"/>
            <ac:spMk id="7" creationId="{54D3801D-11EC-4434-C9E0-7DB602876311}"/>
          </ac:spMkLst>
        </pc:spChg>
      </pc:sldChg>
      <pc:sldChg chg="del">
        <pc:chgData name="Ashley Hoke" userId="2b11871b-2329-4000-bcb0-99fe47ed9f68" providerId="ADAL" clId="{AA9B87F4-0A25-47AF-A2C7-89367951FD0E}" dt="2026-05-13T17:55:25.126" v="595" actId="47"/>
        <pc:sldMkLst>
          <pc:docMk/>
          <pc:sldMk cId="1230057497" sldId="472"/>
        </pc:sldMkLst>
      </pc:sldChg>
      <pc:sldChg chg="delSp modSp mod modNotesTx">
        <pc:chgData name="Ashley Hoke" userId="2b11871b-2329-4000-bcb0-99fe47ed9f68" providerId="ADAL" clId="{AA9B87F4-0A25-47AF-A2C7-89367951FD0E}" dt="2026-05-13T18:35:24.143" v="3090" actId="478"/>
        <pc:sldMkLst>
          <pc:docMk/>
          <pc:sldMk cId="636542125" sldId="473"/>
        </pc:sldMkLst>
        <pc:spChg chg="mod">
          <ac:chgData name="Ashley Hoke" userId="2b11871b-2329-4000-bcb0-99fe47ed9f68" providerId="ADAL" clId="{AA9B87F4-0A25-47AF-A2C7-89367951FD0E}" dt="2026-05-13T17:48:32.275" v="304" actId="1076"/>
          <ac:spMkLst>
            <pc:docMk/>
            <pc:sldMk cId="636542125" sldId="473"/>
            <ac:spMk id="5" creationId="{65614637-F230-84AD-117A-1C3B0D4AAC13}"/>
          </ac:spMkLst>
        </pc:spChg>
        <pc:spChg chg="del">
          <ac:chgData name="Ashley Hoke" userId="2b11871b-2329-4000-bcb0-99fe47ed9f68" providerId="ADAL" clId="{AA9B87F4-0A25-47AF-A2C7-89367951FD0E}" dt="2026-05-13T18:35:24.143" v="3090" actId="478"/>
          <ac:spMkLst>
            <pc:docMk/>
            <pc:sldMk cId="636542125" sldId="473"/>
            <ac:spMk id="7" creationId="{3CD9F7B1-3BA1-D5CF-F129-DDBE02B35674}"/>
          </ac:spMkLst>
        </pc:spChg>
        <pc:picChg chg="mod">
          <ac:chgData name="Ashley Hoke" userId="2b11871b-2329-4000-bcb0-99fe47ed9f68" providerId="ADAL" clId="{AA9B87F4-0A25-47AF-A2C7-89367951FD0E}" dt="2026-05-13T17:48:25.622" v="303" actId="14100"/>
          <ac:picMkLst>
            <pc:docMk/>
            <pc:sldMk cId="636542125" sldId="473"/>
            <ac:picMk id="6" creationId="{034DD0BB-9799-2913-A7D1-AB4E9B152326}"/>
          </ac:picMkLst>
        </pc:picChg>
      </pc:sldChg>
      <pc:sldChg chg="del">
        <pc:chgData name="Ashley Hoke" userId="2b11871b-2329-4000-bcb0-99fe47ed9f68" providerId="ADAL" clId="{AA9B87F4-0A25-47AF-A2C7-89367951FD0E}" dt="2026-05-13T17:55:25.126" v="595" actId="47"/>
        <pc:sldMkLst>
          <pc:docMk/>
          <pc:sldMk cId="952027501" sldId="475"/>
        </pc:sldMkLst>
      </pc:sldChg>
      <pc:sldChg chg="add del">
        <pc:chgData name="Ashley Hoke" userId="2b11871b-2329-4000-bcb0-99fe47ed9f68" providerId="ADAL" clId="{AA9B87F4-0A25-47AF-A2C7-89367951FD0E}" dt="2026-05-13T17:55:47.792" v="597" actId="2696"/>
        <pc:sldMkLst>
          <pc:docMk/>
          <pc:sldMk cId="980206874" sldId="475"/>
        </pc:sldMkLst>
      </pc:sldChg>
      <pc:sldChg chg="addSp delSp modSp add mod">
        <pc:chgData name="Ashley Hoke" userId="2b11871b-2329-4000-bcb0-99fe47ed9f68" providerId="ADAL" clId="{AA9B87F4-0A25-47AF-A2C7-89367951FD0E}" dt="2026-05-13T18:45:40.068" v="3714" actId="113"/>
        <pc:sldMkLst>
          <pc:docMk/>
          <pc:sldMk cId="3123742988" sldId="475"/>
        </pc:sldMkLst>
        <pc:spChg chg="del">
          <ac:chgData name="Ashley Hoke" userId="2b11871b-2329-4000-bcb0-99fe47ed9f68" providerId="ADAL" clId="{AA9B87F4-0A25-47AF-A2C7-89367951FD0E}" dt="2026-05-13T18:14:06.339" v="2255" actId="478"/>
          <ac:spMkLst>
            <pc:docMk/>
            <pc:sldMk cId="3123742988" sldId="475"/>
            <ac:spMk id="4" creationId="{781B31BC-0415-0D5D-E0FB-9901E89D8F47}"/>
          </ac:spMkLst>
        </pc:spChg>
        <pc:spChg chg="del">
          <ac:chgData name="Ashley Hoke" userId="2b11871b-2329-4000-bcb0-99fe47ed9f68" providerId="ADAL" clId="{AA9B87F4-0A25-47AF-A2C7-89367951FD0E}" dt="2026-05-13T18:22:00.791" v="2784" actId="478"/>
          <ac:spMkLst>
            <pc:docMk/>
            <pc:sldMk cId="3123742988" sldId="475"/>
            <ac:spMk id="5" creationId="{EE3C4DA6-2532-A42E-AE8D-7348760FBBA3}"/>
          </ac:spMkLst>
        </pc:spChg>
        <pc:spChg chg="del">
          <ac:chgData name="Ashley Hoke" userId="2b11871b-2329-4000-bcb0-99fe47ed9f68" providerId="ADAL" clId="{AA9B87F4-0A25-47AF-A2C7-89367951FD0E}" dt="2026-05-13T18:26:45.140" v="2871" actId="478"/>
          <ac:spMkLst>
            <pc:docMk/>
            <pc:sldMk cId="3123742988" sldId="475"/>
            <ac:spMk id="6" creationId="{7B7A7A7F-29D3-916B-F4C7-2E0CAB24E769}"/>
          </ac:spMkLst>
        </pc:spChg>
        <pc:spChg chg="add del mod">
          <ac:chgData name="Ashley Hoke" userId="2b11871b-2329-4000-bcb0-99fe47ed9f68" providerId="ADAL" clId="{AA9B87F4-0A25-47AF-A2C7-89367951FD0E}" dt="2026-05-13T18:14:16.673" v="2256" actId="478"/>
          <ac:spMkLst>
            <pc:docMk/>
            <pc:sldMk cId="3123742988" sldId="475"/>
            <ac:spMk id="9" creationId="{CCF5B4CB-4A4F-AB37-58F8-41C1335870F8}"/>
          </ac:spMkLst>
        </pc:spChg>
        <pc:spChg chg="add mod">
          <ac:chgData name="Ashley Hoke" userId="2b11871b-2329-4000-bcb0-99fe47ed9f68" providerId="ADAL" clId="{AA9B87F4-0A25-47AF-A2C7-89367951FD0E}" dt="2026-05-13T18:45:40.068" v="3714" actId="113"/>
          <ac:spMkLst>
            <pc:docMk/>
            <pc:sldMk cId="3123742988" sldId="475"/>
            <ac:spMk id="10" creationId="{4475ADB8-E23D-1B23-F3D8-9262DD22616F}"/>
          </ac:spMkLst>
        </pc:spChg>
        <pc:spChg chg="add mod">
          <ac:chgData name="Ashley Hoke" userId="2b11871b-2329-4000-bcb0-99fe47ed9f68" providerId="ADAL" clId="{AA9B87F4-0A25-47AF-A2C7-89367951FD0E}" dt="2026-05-13T18:26:45.451" v="2872"/>
          <ac:spMkLst>
            <pc:docMk/>
            <pc:sldMk cId="3123742988" sldId="475"/>
            <ac:spMk id="11" creationId="{2AF01E64-2D01-5BC0-7A05-ACF3317C8FAD}"/>
          </ac:spMkLst>
        </pc:spChg>
        <pc:graphicFrameChg chg="modGraphic">
          <ac:chgData name="Ashley Hoke" userId="2b11871b-2329-4000-bcb0-99fe47ed9f68" providerId="ADAL" clId="{AA9B87F4-0A25-47AF-A2C7-89367951FD0E}" dt="2026-05-13T18:15:32.906" v="2313" actId="20577"/>
          <ac:graphicFrameMkLst>
            <pc:docMk/>
            <pc:sldMk cId="3123742988" sldId="475"/>
            <ac:graphicFrameMk id="3" creationId="{34322E39-1DF8-094A-9CF8-1F0D5AC9B1F6}"/>
          </ac:graphicFrameMkLst>
        </pc:graphicFrameChg>
      </pc:sldChg>
      <pc:sldChg chg="add del">
        <pc:chgData name="Ashley Hoke" userId="2b11871b-2329-4000-bcb0-99fe47ed9f68" providerId="ADAL" clId="{AA9B87F4-0A25-47AF-A2C7-89367951FD0E}" dt="2026-05-13T17:55:47.792" v="597" actId="2696"/>
        <pc:sldMkLst>
          <pc:docMk/>
          <pc:sldMk cId="40660053" sldId="476"/>
        </pc:sldMkLst>
      </pc:sldChg>
      <pc:sldChg chg="addSp delSp modSp add mod">
        <pc:chgData name="Ashley Hoke" userId="2b11871b-2329-4000-bcb0-99fe47ed9f68" providerId="ADAL" clId="{AA9B87F4-0A25-47AF-A2C7-89367951FD0E}" dt="2026-05-13T18:45:45.535" v="3716"/>
        <pc:sldMkLst>
          <pc:docMk/>
          <pc:sldMk cId="1447957658" sldId="476"/>
        </pc:sldMkLst>
        <pc:spChg chg="mod">
          <ac:chgData name="Ashley Hoke" userId="2b11871b-2329-4000-bcb0-99fe47ed9f68" providerId="ADAL" clId="{AA9B87F4-0A25-47AF-A2C7-89367951FD0E}" dt="2026-05-13T18:14:41.839" v="2276" actId="207"/>
          <ac:spMkLst>
            <pc:docMk/>
            <pc:sldMk cId="1447957658" sldId="476"/>
            <ac:spMk id="2" creationId="{EE1D0617-8A7C-A8B1-FCE9-EB2DD4BA05BE}"/>
          </ac:spMkLst>
        </pc:spChg>
        <pc:spChg chg="del">
          <ac:chgData name="Ashley Hoke" userId="2b11871b-2329-4000-bcb0-99fe47ed9f68" providerId="ADAL" clId="{AA9B87F4-0A25-47AF-A2C7-89367951FD0E}" dt="2026-05-13T18:21:57.529" v="2783" actId="478"/>
          <ac:spMkLst>
            <pc:docMk/>
            <pc:sldMk cId="1447957658" sldId="476"/>
            <ac:spMk id="3" creationId="{738D8018-7FDF-AB98-91E3-C72F7507473D}"/>
          </ac:spMkLst>
        </pc:spChg>
        <pc:spChg chg="del">
          <ac:chgData name="Ashley Hoke" userId="2b11871b-2329-4000-bcb0-99fe47ed9f68" providerId="ADAL" clId="{AA9B87F4-0A25-47AF-A2C7-89367951FD0E}" dt="2026-05-13T18:14:23.851" v="2259" actId="478"/>
          <ac:spMkLst>
            <pc:docMk/>
            <pc:sldMk cId="1447957658" sldId="476"/>
            <ac:spMk id="4" creationId="{B8158BFC-CE93-217F-356D-8F867321E64C}"/>
          </ac:spMkLst>
        </pc:spChg>
        <pc:spChg chg="del">
          <ac:chgData name="Ashley Hoke" userId="2b11871b-2329-4000-bcb0-99fe47ed9f68" providerId="ADAL" clId="{AA9B87F4-0A25-47AF-A2C7-89367951FD0E}" dt="2026-05-13T18:26:41.228" v="2869" actId="478"/>
          <ac:spMkLst>
            <pc:docMk/>
            <pc:sldMk cId="1447957658" sldId="476"/>
            <ac:spMk id="5" creationId="{83677BBE-37FA-6B01-E5E3-D9E3F4A5272A}"/>
          </ac:spMkLst>
        </pc:spChg>
        <pc:spChg chg="add del mod">
          <ac:chgData name="Ashley Hoke" userId="2b11871b-2329-4000-bcb0-99fe47ed9f68" providerId="ADAL" clId="{AA9B87F4-0A25-47AF-A2C7-89367951FD0E}" dt="2026-05-13T18:14:26.265" v="2261" actId="478"/>
          <ac:spMkLst>
            <pc:docMk/>
            <pc:sldMk cId="1447957658" sldId="476"/>
            <ac:spMk id="9" creationId="{0FE32163-6265-0DFB-7A29-845F6F0001D5}"/>
          </ac:spMkLst>
        </pc:spChg>
        <pc:spChg chg="add mod">
          <ac:chgData name="Ashley Hoke" userId="2b11871b-2329-4000-bcb0-99fe47ed9f68" providerId="ADAL" clId="{AA9B87F4-0A25-47AF-A2C7-89367951FD0E}" dt="2026-05-13T18:45:45.535" v="3716"/>
          <ac:spMkLst>
            <pc:docMk/>
            <pc:sldMk cId="1447957658" sldId="476"/>
            <ac:spMk id="10" creationId="{028115A7-2138-1E37-990C-D61EDA4B7EFD}"/>
          </ac:spMkLst>
        </pc:spChg>
        <pc:spChg chg="add mod">
          <ac:chgData name="Ashley Hoke" userId="2b11871b-2329-4000-bcb0-99fe47ed9f68" providerId="ADAL" clId="{AA9B87F4-0A25-47AF-A2C7-89367951FD0E}" dt="2026-05-13T18:26:41.507" v="2870"/>
          <ac:spMkLst>
            <pc:docMk/>
            <pc:sldMk cId="1447957658" sldId="476"/>
            <ac:spMk id="11" creationId="{E737EAD9-CDC3-6DA8-DD94-23E81904BAC0}"/>
          </ac:spMkLst>
        </pc:spChg>
        <pc:graphicFrameChg chg="mod modGraphic">
          <ac:chgData name="Ashley Hoke" userId="2b11871b-2329-4000-bcb0-99fe47ed9f68" providerId="ADAL" clId="{AA9B87F4-0A25-47AF-A2C7-89367951FD0E}" dt="2026-05-13T18:15:43.186" v="2315" actId="13926"/>
          <ac:graphicFrameMkLst>
            <pc:docMk/>
            <pc:sldMk cId="1447957658" sldId="476"/>
            <ac:graphicFrameMk id="7" creationId="{72C6C751-962F-C057-7CA0-4034892473CB}"/>
          </ac:graphicFrameMkLst>
        </pc:graphicFrameChg>
      </pc:sldChg>
      <pc:sldChg chg="addSp delSp modSp add mod">
        <pc:chgData name="Ashley Hoke" userId="2b11871b-2329-4000-bcb0-99fe47ed9f68" providerId="ADAL" clId="{AA9B87F4-0A25-47AF-A2C7-89367951FD0E}" dt="2026-05-13T19:24:14.614" v="4095" actId="20577"/>
        <pc:sldMkLst>
          <pc:docMk/>
          <pc:sldMk cId="3050273409" sldId="477"/>
        </pc:sldMkLst>
        <pc:spChg chg="mod">
          <ac:chgData name="Ashley Hoke" userId="2b11871b-2329-4000-bcb0-99fe47ed9f68" providerId="ADAL" clId="{AA9B87F4-0A25-47AF-A2C7-89367951FD0E}" dt="2026-05-13T18:20:55.317" v="2737" actId="207"/>
          <ac:spMkLst>
            <pc:docMk/>
            <pc:sldMk cId="3050273409" sldId="477"/>
            <ac:spMk id="2" creationId="{7DB86298-F4C4-B332-D6B5-CADE29856BD1}"/>
          </ac:spMkLst>
        </pc:spChg>
        <pc:spChg chg="del mod">
          <ac:chgData name="Ashley Hoke" userId="2b11871b-2329-4000-bcb0-99fe47ed9f68" providerId="ADAL" clId="{AA9B87F4-0A25-47AF-A2C7-89367951FD0E}" dt="2026-05-13T18:16:50.599" v="2316" actId="478"/>
          <ac:spMkLst>
            <pc:docMk/>
            <pc:sldMk cId="3050273409" sldId="477"/>
            <ac:spMk id="4" creationId="{DFF51918-4811-B7C0-AF99-3A20B3DD2CD8}"/>
          </ac:spMkLst>
        </pc:spChg>
        <pc:spChg chg="del">
          <ac:chgData name="Ashley Hoke" userId="2b11871b-2329-4000-bcb0-99fe47ed9f68" providerId="ADAL" clId="{AA9B87F4-0A25-47AF-A2C7-89367951FD0E}" dt="2026-05-13T18:21:54.495" v="2782" actId="478"/>
          <ac:spMkLst>
            <pc:docMk/>
            <pc:sldMk cId="3050273409" sldId="477"/>
            <ac:spMk id="5" creationId="{AA9C04FA-F996-07BC-C404-69D4CE83EECF}"/>
          </ac:spMkLst>
        </pc:spChg>
        <pc:spChg chg="del mod">
          <ac:chgData name="Ashley Hoke" userId="2b11871b-2329-4000-bcb0-99fe47ed9f68" providerId="ADAL" clId="{AA9B87F4-0A25-47AF-A2C7-89367951FD0E}" dt="2026-05-13T18:26:38.211" v="2867" actId="478"/>
          <ac:spMkLst>
            <pc:docMk/>
            <pc:sldMk cId="3050273409" sldId="477"/>
            <ac:spMk id="6" creationId="{119F0193-B2A5-34F4-A097-6994D011CD60}"/>
          </ac:spMkLst>
        </pc:spChg>
        <pc:spChg chg="del">
          <ac:chgData name="Ashley Hoke" userId="2b11871b-2329-4000-bcb0-99fe47ed9f68" providerId="ADAL" clId="{AA9B87F4-0A25-47AF-A2C7-89367951FD0E}" dt="2026-05-13T18:21:42.878" v="2780" actId="478"/>
          <ac:spMkLst>
            <pc:docMk/>
            <pc:sldMk cId="3050273409" sldId="477"/>
            <ac:spMk id="7" creationId="{5BEEE90A-0C5A-0EA7-A3EA-EFF12348291C}"/>
          </ac:spMkLst>
        </pc:spChg>
        <pc:spChg chg="add del mod">
          <ac:chgData name="Ashley Hoke" userId="2b11871b-2329-4000-bcb0-99fe47ed9f68" providerId="ADAL" clId="{AA9B87F4-0A25-47AF-A2C7-89367951FD0E}" dt="2026-05-13T18:16:55.331" v="2317" actId="478"/>
          <ac:spMkLst>
            <pc:docMk/>
            <pc:sldMk cId="3050273409" sldId="477"/>
            <ac:spMk id="9" creationId="{7D09B43C-208A-AF7B-2F62-20DB6E334DFE}"/>
          </ac:spMkLst>
        </pc:spChg>
        <pc:spChg chg="add del">
          <ac:chgData name="Ashley Hoke" userId="2b11871b-2329-4000-bcb0-99fe47ed9f68" providerId="ADAL" clId="{AA9B87F4-0A25-47AF-A2C7-89367951FD0E}" dt="2026-05-13T18:16:57.297" v="2319" actId="22"/>
          <ac:spMkLst>
            <pc:docMk/>
            <pc:sldMk cId="3050273409" sldId="477"/>
            <ac:spMk id="11" creationId="{B3D6BC64-2608-5305-0B13-219786DBFB0A}"/>
          </ac:spMkLst>
        </pc:spChg>
        <pc:spChg chg="add mod">
          <ac:chgData name="Ashley Hoke" userId="2b11871b-2329-4000-bcb0-99fe47ed9f68" providerId="ADAL" clId="{AA9B87F4-0A25-47AF-A2C7-89367951FD0E}" dt="2026-05-13T19:24:14.614" v="4095" actId="20577"/>
          <ac:spMkLst>
            <pc:docMk/>
            <pc:sldMk cId="3050273409" sldId="477"/>
            <ac:spMk id="12" creationId="{89A1CA69-07A0-44A2-8431-BC91FB181797}"/>
          </ac:spMkLst>
        </pc:spChg>
        <pc:spChg chg="add mod">
          <ac:chgData name="Ashley Hoke" userId="2b11871b-2329-4000-bcb0-99fe47ed9f68" providerId="ADAL" clId="{AA9B87F4-0A25-47AF-A2C7-89367951FD0E}" dt="2026-05-13T18:22:16.323" v="2787"/>
          <ac:spMkLst>
            <pc:docMk/>
            <pc:sldMk cId="3050273409" sldId="477"/>
            <ac:spMk id="13" creationId="{0308FC53-0651-D712-7FD2-749A24C1BDDD}"/>
          </ac:spMkLst>
        </pc:spChg>
        <pc:spChg chg="add mod">
          <ac:chgData name="Ashley Hoke" userId="2b11871b-2329-4000-bcb0-99fe47ed9f68" providerId="ADAL" clId="{AA9B87F4-0A25-47AF-A2C7-89367951FD0E}" dt="2026-05-13T18:22:30.018" v="2789" actId="14100"/>
          <ac:spMkLst>
            <pc:docMk/>
            <pc:sldMk cId="3050273409" sldId="477"/>
            <ac:spMk id="14" creationId="{DDFC7174-735E-817A-677A-6126913FEE13}"/>
          </ac:spMkLst>
        </pc:spChg>
        <pc:spChg chg="add mod">
          <ac:chgData name="Ashley Hoke" userId="2b11871b-2329-4000-bcb0-99fe47ed9f68" providerId="ADAL" clId="{AA9B87F4-0A25-47AF-A2C7-89367951FD0E}" dt="2026-05-13T18:26:38.562" v="2868"/>
          <ac:spMkLst>
            <pc:docMk/>
            <pc:sldMk cId="3050273409" sldId="477"/>
            <ac:spMk id="15" creationId="{58DEAC96-E7CD-C98E-BE3E-E0A547004CAC}"/>
          </ac:spMkLst>
        </pc:spChg>
        <pc:picChg chg="del">
          <ac:chgData name="Ashley Hoke" userId="2b11871b-2329-4000-bcb0-99fe47ed9f68" providerId="ADAL" clId="{AA9B87F4-0A25-47AF-A2C7-89367951FD0E}" dt="2026-05-13T18:21:40.345" v="2779" actId="478"/>
          <ac:picMkLst>
            <pc:docMk/>
            <pc:sldMk cId="3050273409" sldId="477"/>
            <ac:picMk id="8" creationId="{BC23E9E5-4A6E-AAE3-786E-B3AC5F1F05FE}"/>
          </ac:picMkLst>
        </pc:picChg>
      </pc:sldChg>
      <pc:sldChg chg="add del">
        <pc:chgData name="Ashley Hoke" userId="2b11871b-2329-4000-bcb0-99fe47ed9f68" providerId="ADAL" clId="{AA9B87F4-0A25-47AF-A2C7-89367951FD0E}" dt="2026-05-13T17:55:47.792" v="597" actId="2696"/>
        <pc:sldMkLst>
          <pc:docMk/>
          <pc:sldMk cId="3318142133" sldId="477"/>
        </pc:sldMkLst>
      </pc:sldChg>
      <pc:sldChg chg="add del">
        <pc:chgData name="Ashley Hoke" userId="2b11871b-2329-4000-bcb0-99fe47ed9f68" providerId="ADAL" clId="{AA9B87F4-0A25-47AF-A2C7-89367951FD0E}" dt="2026-05-13T17:55:47.792" v="597" actId="2696"/>
        <pc:sldMkLst>
          <pc:docMk/>
          <pc:sldMk cId="1976497524" sldId="478"/>
        </pc:sldMkLst>
      </pc:sldChg>
      <pc:sldChg chg="add del">
        <pc:chgData name="Ashley Hoke" userId="2b11871b-2329-4000-bcb0-99fe47ed9f68" providerId="ADAL" clId="{AA9B87F4-0A25-47AF-A2C7-89367951FD0E}" dt="2026-05-13T18:21:21.304" v="2778" actId="47"/>
        <pc:sldMkLst>
          <pc:docMk/>
          <pc:sldMk cId="4241411450" sldId="478"/>
        </pc:sldMkLst>
      </pc:sldChg>
      <pc:sldChg chg="add del">
        <pc:chgData name="Ashley Hoke" userId="2b11871b-2329-4000-bcb0-99fe47ed9f68" providerId="ADAL" clId="{AA9B87F4-0A25-47AF-A2C7-89367951FD0E}" dt="2026-05-13T17:55:47.792" v="597" actId="2696"/>
        <pc:sldMkLst>
          <pc:docMk/>
          <pc:sldMk cId="2338823643" sldId="479"/>
        </pc:sldMkLst>
      </pc:sldChg>
      <pc:sldChg chg="addSp delSp modSp add mod">
        <pc:chgData name="Ashley Hoke" userId="2b11871b-2329-4000-bcb0-99fe47ed9f68" providerId="ADAL" clId="{AA9B87F4-0A25-47AF-A2C7-89367951FD0E}" dt="2026-05-13T18:47:37.538" v="3972" actId="20577"/>
        <pc:sldMkLst>
          <pc:docMk/>
          <pc:sldMk cId="2604642039" sldId="479"/>
        </pc:sldMkLst>
        <pc:spChg chg="mod">
          <ac:chgData name="Ashley Hoke" userId="2b11871b-2329-4000-bcb0-99fe47ed9f68" providerId="ADAL" clId="{AA9B87F4-0A25-47AF-A2C7-89367951FD0E}" dt="2026-05-13T18:23:53.288" v="2823" actId="207"/>
          <ac:spMkLst>
            <pc:docMk/>
            <pc:sldMk cId="2604642039" sldId="479"/>
            <ac:spMk id="2" creationId="{73065937-D666-2267-A5D2-4E9BE00F2FAE}"/>
          </ac:spMkLst>
        </pc:spChg>
        <pc:spChg chg="del mod">
          <ac:chgData name="Ashley Hoke" userId="2b11871b-2329-4000-bcb0-99fe47ed9f68" providerId="ADAL" clId="{AA9B87F4-0A25-47AF-A2C7-89367951FD0E}" dt="2026-05-13T18:26:34.591" v="2865" actId="478"/>
          <ac:spMkLst>
            <pc:docMk/>
            <pc:sldMk cId="2604642039" sldId="479"/>
            <ac:spMk id="3" creationId="{7DD71C5B-CAAF-2813-3D61-3E0A6E074D9F}"/>
          </ac:spMkLst>
        </pc:spChg>
        <pc:spChg chg="del">
          <ac:chgData name="Ashley Hoke" userId="2b11871b-2329-4000-bcb0-99fe47ed9f68" providerId="ADAL" clId="{AA9B87F4-0A25-47AF-A2C7-89367951FD0E}" dt="2026-05-13T18:21:50.318" v="2781" actId="478"/>
          <ac:spMkLst>
            <pc:docMk/>
            <pc:sldMk cId="2604642039" sldId="479"/>
            <ac:spMk id="5" creationId="{B6BA93EC-AC95-A31E-E6BD-3E6139784135}"/>
          </ac:spMkLst>
        </pc:spChg>
        <pc:spChg chg="mod">
          <ac:chgData name="Ashley Hoke" userId="2b11871b-2329-4000-bcb0-99fe47ed9f68" providerId="ADAL" clId="{AA9B87F4-0A25-47AF-A2C7-89367951FD0E}" dt="2026-05-13T18:47:37.538" v="3972" actId="20577"/>
          <ac:spMkLst>
            <pc:docMk/>
            <pc:sldMk cId="2604642039" sldId="479"/>
            <ac:spMk id="6" creationId="{65CAA91F-2029-4E7C-BF70-9F2A2CAD8D77}"/>
          </ac:spMkLst>
        </pc:spChg>
        <pc:spChg chg="add mod">
          <ac:chgData name="Ashley Hoke" userId="2b11871b-2329-4000-bcb0-99fe47ed9f68" providerId="ADAL" clId="{AA9B87F4-0A25-47AF-A2C7-89367951FD0E}" dt="2026-05-13T18:46:57.021" v="3943" actId="21"/>
          <ac:spMkLst>
            <pc:docMk/>
            <pc:sldMk cId="2604642039" sldId="479"/>
            <ac:spMk id="8" creationId="{BF699751-4DF0-C876-F8AD-40E0850E34EF}"/>
          </ac:spMkLst>
        </pc:spChg>
        <pc:spChg chg="del">
          <ac:chgData name="Ashley Hoke" userId="2b11871b-2329-4000-bcb0-99fe47ed9f68" providerId="ADAL" clId="{AA9B87F4-0A25-47AF-A2C7-89367951FD0E}" dt="2026-05-13T18:23:58.401" v="2825" actId="478"/>
          <ac:spMkLst>
            <pc:docMk/>
            <pc:sldMk cId="2604642039" sldId="479"/>
            <ac:spMk id="9" creationId="{60D7571E-FC08-14B0-862E-D82D9CBEE4AB}"/>
          </ac:spMkLst>
        </pc:spChg>
        <pc:spChg chg="add mod">
          <ac:chgData name="Ashley Hoke" userId="2b11871b-2329-4000-bcb0-99fe47ed9f68" providerId="ADAL" clId="{AA9B87F4-0A25-47AF-A2C7-89367951FD0E}" dt="2026-05-13T18:26:35.014" v="2866"/>
          <ac:spMkLst>
            <pc:docMk/>
            <pc:sldMk cId="2604642039" sldId="479"/>
            <ac:spMk id="11" creationId="{C659496B-4FF2-3670-D013-6EBE14C96B39}"/>
          </ac:spMkLst>
        </pc:spChg>
        <pc:graphicFrameChg chg="del">
          <ac:chgData name="Ashley Hoke" userId="2b11871b-2329-4000-bcb0-99fe47ed9f68" providerId="ADAL" clId="{AA9B87F4-0A25-47AF-A2C7-89367951FD0E}" dt="2026-05-13T18:22:38.086" v="2790" actId="478"/>
          <ac:graphicFrameMkLst>
            <pc:docMk/>
            <pc:sldMk cId="2604642039" sldId="479"/>
            <ac:graphicFrameMk id="10" creationId="{CA60C16B-9B10-9252-10BB-99B2A5C4AE2E}"/>
          </ac:graphicFrameMkLst>
        </pc:graphicFrameChg>
        <pc:picChg chg="del">
          <ac:chgData name="Ashley Hoke" userId="2b11871b-2329-4000-bcb0-99fe47ed9f68" providerId="ADAL" clId="{AA9B87F4-0A25-47AF-A2C7-89367951FD0E}" dt="2026-05-13T18:22:38.086" v="2790" actId="478"/>
          <ac:picMkLst>
            <pc:docMk/>
            <pc:sldMk cId="2604642039" sldId="479"/>
            <ac:picMk id="7" creationId="{4A640D29-F2F6-F790-4FE4-EA8BA00F8701}"/>
          </ac:picMkLst>
        </pc:picChg>
      </pc:sldChg>
      <pc:sldChg chg="add del">
        <pc:chgData name="Ashley Hoke" userId="2b11871b-2329-4000-bcb0-99fe47ed9f68" providerId="ADAL" clId="{AA9B87F4-0A25-47AF-A2C7-89367951FD0E}" dt="2026-05-13T17:55:47.792" v="597" actId="2696"/>
        <pc:sldMkLst>
          <pc:docMk/>
          <pc:sldMk cId="3168628907" sldId="480"/>
        </pc:sldMkLst>
      </pc:sldChg>
      <pc:sldChg chg="addSp delSp modSp add mod modNotesTx">
        <pc:chgData name="Ashley Hoke" userId="2b11871b-2329-4000-bcb0-99fe47ed9f68" providerId="ADAL" clId="{AA9B87F4-0A25-47AF-A2C7-89367951FD0E}" dt="2026-05-13T19:33:17.381" v="4288" actId="207"/>
        <pc:sldMkLst>
          <pc:docMk/>
          <pc:sldMk cId="3978268911" sldId="480"/>
        </pc:sldMkLst>
        <pc:spChg chg="mod">
          <ac:chgData name="Ashley Hoke" userId="2b11871b-2329-4000-bcb0-99fe47ed9f68" providerId="ADAL" clId="{AA9B87F4-0A25-47AF-A2C7-89367951FD0E}" dt="2026-05-13T18:24:15.753" v="2832" actId="207"/>
          <ac:spMkLst>
            <pc:docMk/>
            <pc:sldMk cId="3978268911" sldId="480"/>
            <ac:spMk id="2" creationId="{BFA7E124-EA14-38F0-677F-2901A95F70EF}"/>
          </ac:spMkLst>
        </pc:spChg>
        <pc:spChg chg="mod">
          <ac:chgData name="Ashley Hoke" userId="2b11871b-2329-4000-bcb0-99fe47ed9f68" providerId="ADAL" clId="{AA9B87F4-0A25-47AF-A2C7-89367951FD0E}" dt="2026-05-13T18:26:29.659" v="2864" actId="20577"/>
          <ac:spMkLst>
            <pc:docMk/>
            <pc:sldMk cId="3978268911" sldId="480"/>
            <ac:spMk id="3" creationId="{617C564A-1675-A9A3-FAE9-04F349C5A3B7}"/>
          </ac:spMkLst>
        </pc:spChg>
        <pc:spChg chg="del">
          <ac:chgData name="Ashley Hoke" userId="2b11871b-2329-4000-bcb0-99fe47ed9f68" providerId="ADAL" clId="{AA9B87F4-0A25-47AF-A2C7-89367951FD0E}" dt="2026-05-13T18:24:37.735" v="2840" actId="478"/>
          <ac:spMkLst>
            <pc:docMk/>
            <pc:sldMk cId="3978268911" sldId="480"/>
            <ac:spMk id="4" creationId="{E02C5FDA-3488-2C99-DF6C-AA3549EF63C3}"/>
          </ac:spMkLst>
        </pc:spChg>
        <pc:spChg chg="del">
          <ac:chgData name="Ashley Hoke" userId="2b11871b-2329-4000-bcb0-99fe47ed9f68" providerId="ADAL" clId="{AA9B87F4-0A25-47AF-A2C7-89367951FD0E}" dt="2026-05-13T18:35:08.301" v="3087" actId="478"/>
          <ac:spMkLst>
            <pc:docMk/>
            <pc:sldMk cId="3978268911" sldId="480"/>
            <ac:spMk id="5" creationId="{E8E17B6D-C7F0-25C4-A638-6A2B6639D7A2}"/>
          </ac:spMkLst>
        </pc:spChg>
        <pc:spChg chg="add del mod">
          <ac:chgData name="Ashley Hoke" userId="2b11871b-2329-4000-bcb0-99fe47ed9f68" providerId="ADAL" clId="{AA9B87F4-0A25-47AF-A2C7-89367951FD0E}" dt="2026-05-13T18:24:40.527" v="2841" actId="478"/>
          <ac:spMkLst>
            <pc:docMk/>
            <pc:sldMk cId="3978268911" sldId="480"/>
            <ac:spMk id="8" creationId="{2C297BB4-5302-5A01-D208-16A4A25985ED}"/>
          </ac:spMkLst>
        </pc:spChg>
        <pc:spChg chg="add mod">
          <ac:chgData name="Ashley Hoke" userId="2b11871b-2329-4000-bcb0-99fe47ed9f68" providerId="ADAL" clId="{AA9B87F4-0A25-47AF-A2C7-89367951FD0E}" dt="2026-05-13T19:29:56.653" v="4146" actId="20577"/>
          <ac:spMkLst>
            <pc:docMk/>
            <pc:sldMk cId="3978268911" sldId="480"/>
            <ac:spMk id="9" creationId="{C2E4E17B-D993-DEAA-92FC-1A5B4E947723}"/>
          </ac:spMkLst>
        </pc:spChg>
        <pc:spChg chg="mod">
          <ac:chgData name="Ashley Hoke" userId="2b11871b-2329-4000-bcb0-99fe47ed9f68" providerId="ADAL" clId="{AA9B87F4-0A25-47AF-A2C7-89367951FD0E}" dt="2026-05-13T18:25:00.119" v="2845" actId="1076"/>
          <ac:spMkLst>
            <pc:docMk/>
            <pc:sldMk cId="3978268911" sldId="480"/>
            <ac:spMk id="14" creationId="{79C5BD92-5AA4-0415-80D4-D558A80C20F0}"/>
          </ac:spMkLst>
        </pc:spChg>
        <pc:graphicFrameChg chg="modGraphic">
          <ac:chgData name="Ashley Hoke" userId="2b11871b-2329-4000-bcb0-99fe47ed9f68" providerId="ADAL" clId="{AA9B87F4-0A25-47AF-A2C7-89367951FD0E}" dt="2026-05-13T19:33:17.381" v="4288" actId="207"/>
          <ac:graphicFrameMkLst>
            <pc:docMk/>
            <pc:sldMk cId="3978268911" sldId="480"/>
            <ac:graphicFrameMk id="7" creationId="{7A576F9E-EFF3-CCE0-8BF4-F7821BD2C8CD}"/>
          </ac:graphicFrameMkLst>
        </pc:graphicFrameChg>
      </pc:sldChg>
      <pc:sldChg chg="delSp modSp add mod">
        <pc:chgData name="Ashley Hoke" userId="2b11871b-2329-4000-bcb0-99fe47ed9f68" providerId="ADAL" clId="{AA9B87F4-0A25-47AF-A2C7-89367951FD0E}" dt="2026-05-13T18:35:12.311" v="3088" actId="478"/>
        <pc:sldMkLst>
          <pc:docMk/>
          <pc:sldMk cId="2188386371" sldId="481"/>
        </pc:sldMkLst>
        <pc:spChg chg="mod">
          <ac:chgData name="Ashley Hoke" userId="2b11871b-2329-4000-bcb0-99fe47ed9f68" providerId="ADAL" clId="{AA9B87F4-0A25-47AF-A2C7-89367951FD0E}" dt="2026-05-13T17:56:16.867" v="628" actId="20577"/>
          <ac:spMkLst>
            <pc:docMk/>
            <pc:sldMk cId="2188386371" sldId="481"/>
            <ac:spMk id="2" creationId="{C0852860-280B-AD34-D24D-E25996BC68DE}"/>
          </ac:spMkLst>
        </pc:spChg>
        <pc:spChg chg="del">
          <ac:chgData name="Ashley Hoke" userId="2b11871b-2329-4000-bcb0-99fe47ed9f68" providerId="ADAL" clId="{AA9B87F4-0A25-47AF-A2C7-89367951FD0E}" dt="2026-05-13T18:35:12.311" v="3088" actId="478"/>
          <ac:spMkLst>
            <pc:docMk/>
            <pc:sldMk cId="2188386371" sldId="481"/>
            <ac:spMk id="4" creationId="{865B5401-ACA1-9DD2-1558-7D29FB4958DD}"/>
          </ac:spMkLst>
        </pc:spChg>
      </pc:sldChg>
      <pc:sldChg chg="add">
        <pc:chgData name="Ashley Hoke" userId="2b11871b-2329-4000-bcb0-99fe47ed9f68" providerId="ADAL" clId="{AA9B87F4-0A25-47AF-A2C7-89367951FD0E}" dt="2026-05-13T17:56:59.821" v="723"/>
        <pc:sldMkLst>
          <pc:docMk/>
          <pc:sldMk cId="3368402469" sldId="482"/>
        </pc:sldMkLst>
      </pc:sldChg>
      <pc:sldChg chg="addSp delSp modSp add mod">
        <pc:chgData name="Ashley Hoke" userId="2b11871b-2329-4000-bcb0-99fe47ed9f68" providerId="ADAL" clId="{AA9B87F4-0A25-47AF-A2C7-89367951FD0E}" dt="2026-05-13T18:34:52.818" v="3085" actId="478"/>
        <pc:sldMkLst>
          <pc:docMk/>
          <pc:sldMk cId="641671604" sldId="483"/>
        </pc:sldMkLst>
        <pc:spChg chg="mod">
          <ac:chgData name="Ashley Hoke" userId="2b11871b-2329-4000-bcb0-99fe47ed9f68" providerId="ADAL" clId="{AA9B87F4-0A25-47AF-A2C7-89367951FD0E}" dt="2026-05-13T18:27:56.733" v="2914" actId="113"/>
          <ac:spMkLst>
            <pc:docMk/>
            <pc:sldMk cId="641671604" sldId="483"/>
            <ac:spMk id="2" creationId="{9BF4FC66-2BCA-BFE2-20E0-038CB0BFBABD}"/>
          </ac:spMkLst>
        </pc:spChg>
        <pc:spChg chg="mod">
          <ac:chgData name="Ashley Hoke" userId="2b11871b-2329-4000-bcb0-99fe47ed9f68" providerId="ADAL" clId="{AA9B87F4-0A25-47AF-A2C7-89367951FD0E}" dt="2026-05-13T18:00:57.309" v="786" actId="13926"/>
          <ac:spMkLst>
            <pc:docMk/>
            <pc:sldMk cId="641671604" sldId="483"/>
            <ac:spMk id="3" creationId="{8E41C69A-33C3-7C29-1D4F-44BCCA395A0F}"/>
          </ac:spMkLst>
        </pc:spChg>
        <pc:spChg chg="mod">
          <ac:chgData name="Ashley Hoke" userId="2b11871b-2329-4000-bcb0-99fe47ed9f68" providerId="ADAL" clId="{AA9B87F4-0A25-47AF-A2C7-89367951FD0E}" dt="2026-05-13T18:00:59.980" v="788" actId="27636"/>
          <ac:spMkLst>
            <pc:docMk/>
            <pc:sldMk cId="641671604" sldId="483"/>
            <ac:spMk id="4" creationId="{16237560-255A-F0D0-6F51-85597BE2921D}"/>
          </ac:spMkLst>
        </pc:spChg>
        <pc:spChg chg="del">
          <ac:chgData name="Ashley Hoke" userId="2b11871b-2329-4000-bcb0-99fe47ed9f68" providerId="ADAL" clId="{AA9B87F4-0A25-47AF-A2C7-89367951FD0E}" dt="2026-05-13T18:27:02.720" v="2877" actId="478"/>
          <ac:spMkLst>
            <pc:docMk/>
            <pc:sldMk cId="641671604" sldId="483"/>
            <ac:spMk id="5" creationId="{716EAABE-9F2A-FA89-719D-0A49B203C1FA}"/>
          </ac:spMkLst>
        </pc:spChg>
        <pc:spChg chg="add mod">
          <ac:chgData name="Ashley Hoke" userId="2b11871b-2329-4000-bcb0-99fe47ed9f68" providerId="ADAL" clId="{AA9B87F4-0A25-47AF-A2C7-89367951FD0E}" dt="2026-05-13T18:27:03.029" v="2878"/>
          <ac:spMkLst>
            <pc:docMk/>
            <pc:sldMk cId="641671604" sldId="483"/>
            <ac:spMk id="6" creationId="{B4E9168B-4E90-3B6D-52C1-F212517C1A36}"/>
          </ac:spMkLst>
        </pc:spChg>
        <pc:spChg chg="del">
          <ac:chgData name="Ashley Hoke" userId="2b11871b-2329-4000-bcb0-99fe47ed9f68" providerId="ADAL" clId="{AA9B87F4-0A25-47AF-A2C7-89367951FD0E}" dt="2026-05-13T18:34:52.818" v="3085" actId="478"/>
          <ac:spMkLst>
            <pc:docMk/>
            <pc:sldMk cId="641671604" sldId="483"/>
            <ac:spMk id="7" creationId="{BE07160F-2E87-E46A-E55A-0E2E02347EBD}"/>
          </ac:spMkLst>
        </pc:spChg>
      </pc:sldChg>
      <pc:sldChg chg="addSp delSp modSp add mod">
        <pc:chgData name="Ashley Hoke" userId="2b11871b-2329-4000-bcb0-99fe47ed9f68" providerId="ADAL" clId="{AA9B87F4-0A25-47AF-A2C7-89367951FD0E}" dt="2026-05-13T18:59:23.541" v="4081" actId="20577"/>
        <pc:sldMkLst>
          <pc:docMk/>
          <pc:sldMk cId="1483550233" sldId="484"/>
        </pc:sldMkLst>
        <pc:spChg chg="mod">
          <ac:chgData name="Ashley Hoke" userId="2b11871b-2329-4000-bcb0-99fe47ed9f68" providerId="ADAL" clId="{AA9B87F4-0A25-47AF-A2C7-89367951FD0E}" dt="2026-05-13T18:04:01.081" v="1485" actId="207"/>
          <ac:spMkLst>
            <pc:docMk/>
            <pc:sldMk cId="1483550233" sldId="484"/>
            <ac:spMk id="2" creationId="{C8AB9142-9082-F294-F9AC-1278A8C1145B}"/>
          </ac:spMkLst>
        </pc:spChg>
        <pc:spChg chg="add mod">
          <ac:chgData name="Ashley Hoke" userId="2b11871b-2329-4000-bcb0-99fe47ed9f68" providerId="ADAL" clId="{AA9B87F4-0A25-47AF-A2C7-89367951FD0E}" dt="2026-05-13T18:10:56.461" v="2140" actId="14100"/>
          <ac:spMkLst>
            <pc:docMk/>
            <pc:sldMk cId="1483550233" sldId="484"/>
            <ac:spMk id="3" creationId="{88CC745F-7583-9457-A116-C48F8E73A814}"/>
          </ac:spMkLst>
        </pc:spChg>
        <pc:spChg chg="del">
          <ac:chgData name="Ashley Hoke" userId="2b11871b-2329-4000-bcb0-99fe47ed9f68" providerId="ADAL" clId="{AA9B87F4-0A25-47AF-A2C7-89367951FD0E}" dt="2026-05-13T18:26:56.113" v="2875" actId="478"/>
          <ac:spMkLst>
            <pc:docMk/>
            <pc:sldMk cId="1483550233" sldId="484"/>
            <ac:spMk id="5" creationId="{8080E951-8DB2-E943-778D-2F839C88C3F5}"/>
          </ac:spMkLst>
        </pc:spChg>
        <pc:spChg chg="del">
          <ac:chgData name="Ashley Hoke" userId="2b11871b-2329-4000-bcb0-99fe47ed9f68" providerId="ADAL" clId="{AA9B87F4-0A25-47AF-A2C7-89367951FD0E}" dt="2026-05-13T18:22:10.199" v="2786" actId="478"/>
          <ac:spMkLst>
            <pc:docMk/>
            <pc:sldMk cId="1483550233" sldId="484"/>
            <ac:spMk id="7" creationId="{3F9DC37D-CB17-B7FA-36A7-ED1C2596F797}"/>
          </ac:spMkLst>
        </pc:spChg>
        <pc:spChg chg="del">
          <ac:chgData name="Ashley Hoke" userId="2b11871b-2329-4000-bcb0-99fe47ed9f68" providerId="ADAL" clId="{AA9B87F4-0A25-47AF-A2C7-89367951FD0E}" dt="2026-05-13T18:06:23.182" v="1832" actId="478"/>
          <ac:spMkLst>
            <pc:docMk/>
            <pc:sldMk cId="1483550233" sldId="484"/>
            <ac:spMk id="8" creationId="{1E817FD4-65AB-3639-9F33-C797AADF493D}"/>
          </ac:spMkLst>
        </pc:spChg>
        <pc:spChg chg="del">
          <ac:chgData name="Ashley Hoke" userId="2b11871b-2329-4000-bcb0-99fe47ed9f68" providerId="ADAL" clId="{AA9B87F4-0A25-47AF-A2C7-89367951FD0E}" dt="2026-05-13T18:06:23.182" v="1832" actId="478"/>
          <ac:spMkLst>
            <pc:docMk/>
            <pc:sldMk cId="1483550233" sldId="484"/>
            <ac:spMk id="9" creationId="{A86726B5-04A9-671B-C753-9EC307FF4987}"/>
          </ac:spMkLst>
        </pc:spChg>
        <pc:spChg chg="mod">
          <ac:chgData name="Ashley Hoke" userId="2b11871b-2329-4000-bcb0-99fe47ed9f68" providerId="ADAL" clId="{AA9B87F4-0A25-47AF-A2C7-89367951FD0E}" dt="2026-05-13T18:59:23.541" v="4081" actId="20577"/>
          <ac:spMkLst>
            <pc:docMk/>
            <pc:sldMk cId="1483550233" sldId="484"/>
            <ac:spMk id="10" creationId="{B66A41AF-6E55-565A-6CDD-9F5E891DE260}"/>
          </ac:spMkLst>
        </pc:spChg>
        <pc:spChg chg="add mod">
          <ac:chgData name="Ashley Hoke" userId="2b11871b-2329-4000-bcb0-99fe47ed9f68" providerId="ADAL" clId="{AA9B87F4-0A25-47AF-A2C7-89367951FD0E}" dt="2026-05-13T18:26:56.432" v="2876"/>
          <ac:spMkLst>
            <pc:docMk/>
            <pc:sldMk cId="1483550233" sldId="484"/>
            <ac:spMk id="12" creationId="{1BB9A924-F7FF-6EF1-BDD3-27FCB2416FD9}"/>
          </ac:spMkLst>
        </pc:spChg>
        <pc:spChg chg="del">
          <ac:chgData name="Ashley Hoke" userId="2b11871b-2329-4000-bcb0-99fe47ed9f68" providerId="ADAL" clId="{AA9B87F4-0A25-47AF-A2C7-89367951FD0E}" dt="2026-05-13T18:06:23.182" v="1832" actId="478"/>
          <ac:spMkLst>
            <pc:docMk/>
            <pc:sldMk cId="1483550233" sldId="484"/>
            <ac:spMk id="14" creationId="{063B3438-E925-8B46-C957-705E49CE7D44}"/>
          </ac:spMkLst>
        </pc:spChg>
        <pc:spChg chg="del">
          <ac:chgData name="Ashley Hoke" userId="2b11871b-2329-4000-bcb0-99fe47ed9f68" providerId="ADAL" clId="{AA9B87F4-0A25-47AF-A2C7-89367951FD0E}" dt="2026-05-13T18:06:23.182" v="1832" actId="478"/>
          <ac:spMkLst>
            <pc:docMk/>
            <pc:sldMk cId="1483550233" sldId="484"/>
            <ac:spMk id="15" creationId="{A248AC26-BB76-4413-C37A-9D0D879FB0D2}"/>
          </ac:spMkLst>
        </pc:spChg>
        <pc:spChg chg="mod">
          <ac:chgData name="Ashley Hoke" userId="2b11871b-2329-4000-bcb0-99fe47ed9f68" providerId="ADAL" clId="{AA9B87F4-0A25-47AF-A2C7-89367951FD0E}" dt="2026-05-13T18:06:18.416" v="1831" actId="14100"/>
          <ac:spMkLst>
            <pc:docMk/>
            <pc:sldMk cId="1483550233" sldId="484"/>
            <ac:spMk id="16" creationId="{3099FD5A-CB4E-918A-8C33-BDC38D24A1C2}"/>
          </ac:spMkLst>
        </pc:spChg>
        <pc:picChg chg="del">
          <ac:chgData name="Ashley Hoke" userId="2b11871b-2329-4000-bcb0-99fe47ed9f68" providerId="ADAL" clId="{AA9B87F4-0A25-47AF-A2C7-89367951FD0E}" dt="2026-05-13T18:05:52.382" v="1768" actId="478"/>
          <ac:picMkLst>
            <pc:docMk/>
            <pc:sldMk cId="1483550233" sldId="484"/>
            <ac:picMk id="6" creationId="{702F9B12-DCA7-66BC-6149-53A77265D4ED}"/>
          </ac:picMkLst>
        </pc:picChg>
        <pc:cxnChg chg="del mod">
          <ac:chgData name="Ashley Hoke" userId="2b11871b-2329-4000-bcb0-99fe47ed9f68" providerId="ADAL" clId="{AA9B87F4-0A25-47AF-A2C7-89367951FD0E}" dt="2026-05-13T18:06:23.182" v="1832" actId="478"/>
          <ac:cxnSpMkLst>
            <pc:docMk/>
            <pc:sldMk cId="1483550233" sldId="484"/>
            <ac:cxnSpMk id="17" creationId="{592A5330-FC52-7036-4E01-047A5F27D928}"/>
          </ac:cxnSpMkLst>
        </pc:cxnChg>
        <pc:cxnChg chg="del mod">
          <ac:chgData name="Ashley Hoke" userId="2b11871b-2329-4000-bcb0-99fe47ed9f68" providerId="ADAL" clId="{AA9B87F4-0A25-47AF-A2C7-89367951FD0E}" dt="2026-05-13T18:06:23.182" v="1832" actId="478"/>
          <ac:cxnSpMkLst>
            <pc:docMk/>
            <pc:sldMk cId="1483550233" sldId="484"/>
            <ac:cxnSpMk id="18" creationId="{96E2FFCC-83DC-EBA8-FBB3-CD36DA6A787D}"/>
          </ac:cxnSpMkLst>
        </pc:cxnChg>
      </pc:sldChg>
      <pc:sldChg chg="delSp add mod">
        <pc:chgData name="Ashley Hoke" userId="2b11871b-2329-4000-bcb0-99fe47ed9f68" providerId="ADAL" clId="{AA9B87F4-0A25-47AF-A2C7-89367951FD0E}" dt="2026-05-13T18:36:15.756" v="3099" actId="478"/>
        <pc:sldMkLst>
          <pc:docMk/>
          <pc:sldMk cId="766873281" sldId="485"/>
        </pc:sldMkLst>
        <pc:spChg chg="del">
          <ac:chgData name="Ashley Hoke" userId="2b11871b-2329-4000-bcb0-99fe47ed9f68" providerId="ADAL" clId="{AA9B87F4-0A25-47AF-A2C7-89367951FD0E}" dt="2026-05-13T18:36:15.756" v="3099" actId="478"/>
          <ac:spMkLst>
            <pc:docMk/>
            <pc:sldMk cId="766873281" sldId="485"/>
            <ac:spMk id="3" creationId="{0D979A54-9755-193D-9810-5F54C23755FF}"/>
          </ac:spMkLst>
        </pc:spChg>
      </pc:sldChg>
      <pc:sldChg chg="add del">
        <pc:chgData name="Ashley Hoke" userId="2b11871b-2329-4000-bcb0-99fe47ed9f68" providerId="ADAL" clId="{AA9B87F4-0A25-47AF-A2C7-89367951FD0E}" dt="2026-05-13T18:11:44.295" v="2158"/>
        <pc:sldMkLst>
          <pc:docMk/>
          <pc:sldMk cId="1988812194" sldId="485"/>
        </pc:sldMkLst>
      </pc:sldChg>
      <pc:sldChg chg="new del">
        <pc:chgData name="Ashley Hoke" userId="2b11871b-2329-4000-bcb0-99fe47ed9f68" providerId="ADAL" clId="{AA9B87F4-0A25-47AF-A2C7-89367951FD0E}" dt="2026-05-13T18:10:36.958" v="2136" actId="680"/>
        <pc:sldMkLst>
          <pc:docMk/>
          <pc:sldMk cId="2412960996" sldId="485"/>
        </pc:sldMkLst>
      </pc:sldChg>
      <pc:sldChg chg="modSp new del mod">
        <pc:chgData name="Ashley Hoke" userId="2b11871b-2329-4000-bcb0-99fe47ed9f68" providerId="ADAL" clId="{AA9B87F4-0A25-47AF-A2C7-89367951FD0E}" dt="2026-05-13T18:10:10.009" v="2134" actId="47"/>
        <pc:sldMkLst>
          <pc:docMk/>
          <pc:sldMk cId="2547674414" sldId="485"/>
        </pc:sldMkLst>
        <pc:spChg chg="mod">
          <ac:chgData name="Ashley Hoke" userId="2b11871b-2329-4000-bcb0-99fe47ed9f68" providerId="ADAL" clId="{AA9B87F4-0A25-47AF-A2C7-89367951FD0E}" dt="2026-05-13T18:08:25.274" v="1853" actId="27636"/>
          <ac:spMkLst>
            <pc:docMk/>
            <pc:sldMk cId="2547674414" sldId="485"/>
            <ac:spMk id="5" creationId="{4CCDE63B-E3A1-9F42-3003-ED06E185C6AE}"/>
          </ac:spMkLst>
        </pc:spChg>
      </pc:sldChg>
      <pc:sldChg chg="add del">
        <pc:chgData name="Ashley Hoke" userId="2b11871b-2329-4000-bcb0-99fe47ed9f68" providerId="ADAL" clId="{AA9B87F4-0A25-47AF-A2C7-89367951FD0E}" dt="2026-05-13T18:00:25.492" v="734" actId="47"/>
        <pc:sldMkLst>
          <pc:docMk/>
          <pc:sldMk cId="2581921827" sldId="485"/>
        </pc:sldMkLst>
      </pc:sldChg>
      <pc:sldChg chg="new del">
        <pc:chgData name="Ashley Hoke" userId="2b11871b-2329-4000-bcb0-99fe47ed9f68" providerId="ADAL" clId="{AA9B87F4-0A25-47AF-A2C7-89367951FD0E}" dt="2026-05-13T18:11:04.550" v="2141" actId="47"/>
        <pc:sldMkLst>
          <pc:docMk/>
          <pc:sldMk cId="2626133260" sldId="485"/>
        </pc:sldMkLst>
      </pc:sldChg>
      <pc:sldChg chg="new del">
        <pc:chgData name="Ashley Hoke" userId="2b11871b-2329-4000-bcb0-99fe47ed9f68" providerId="ADAL" clId="{AA9B87F4-0A25-47AF-A2C7-89367951FD0E}" dt="2026-05-13T18:31:31.937" v="3033" actId="680"/>
        <pc:sldMkLst>
          <pc:docMk/>
          <pc:sldMk cId="2956753413" sldId="485"/>
        </pc:sldMkLst>
      </pc:sldChg>
      <pc:sldChg chg="addSp modSp add mod">
        <pc:chgData name="Ashley Hoke" userId="2b11871b-2329-4000-bcb0-99fe47ed9f68" providerId="ADAL" clId="{AA9B87F4-0A25-47AF-A2C7-89367951FD0E}" dt="2026-05-13T18:38:26.521" v="3333" actId="14100"/>
        <pc:sldMkLst>
          <pc:docMk/>
          <pc:sldMk cId="976028124" sldId="486"/>
        </pc:sldMkLst>
        <pc:spChg chg="add mod">
          <ac:chgData name="Ashley Hoke" userId="2b11871b-2329-4000-bcb0-99fe47ed9f68" providerId="ADAL" clId="{AA9B87F4-0A25-47AF-A2C7-89367951FD0E}" dt="2026-05-13T18:38:26.521" v="3333" actId="14100"/>
          <ac:spMkLst>
            <pc:docMk/>
            <pc:sldMk cId="976028124" sldId="486"/>
            <ac:spMk id="3" creationId="{B6D51547-6129-7FA2-C186-2F79CB63BE5A}"/>
          </ac:spMkLst>
        </pc:spChg>
        <pc:graphicFrameChg chg="mod modGraphic">
          <ac:chgData name="Ashley Hoke" userId="2b11871b-2329-4000-bcb0-99fe47ed9f68" providerId="ADAL" clId="{AA9B87F4-0A25-47AF-A2C7-89367951FD0E}" dt="2026-05-13T18:38:03.212" v="3287" actId="21"/>
          <ac:graphicFrameMkLst>
            <pc:docMk/>
            <pc:sldMk cId="976028124" sldId="486"/>
            <ac:graphicFrameMk id="4" creationId="{F27FB42E-9867-3BD4-00B7-21BE15D7AFE9}"/>
          </ac:graphicFrameMkLst>
        </pc:graphicFrameChg>
      </pc:sldChg>
      <pc:sldMasterChg chg="modSldLayout sldLayoutOrd">
        <pc:chgData name="Ashley Hoke" userId="2b11871b-2329-4000-bcb0-99fe47ed9f68" providerId="ADAL" clId="{AA9B87F4-0A25-47AF-A2C7-89367951FD0E}" dt="2026-05-13T18:34:33.393" v="3084" actId="207"/>
        <pc:sldMasterMkLst>
          <pc:docMk/>
          <pc:sldMasterMk cId="3388985322" sldId="2147483650"/>
        </pc:sldMasterMkLst>
        <pc:sldLayoutChg chg="addSp delSp modSp mod">
          <pc:chgData name="Ashley Hoke" userId="2b11871b-2329-4000-bcb0-99fe47ed9f68" providerId="ADAL" clId="{AA9B87F4-0A25-47AF-A2C7-89367951FD0E}" dt="2026-05-13T17:45:39.839" v="214" actId="1035"/>
          <pc:sldLayoutMkLst>
            <pc:docMk/>
            <pc:sldMasterMk cId="3388985322" sldId="2147483650"/>
            <pc:sldLayoutMk cId="3690405603" sldId="2147483651"/>
          </pc:sldLayoutMkLst>
          <pc:spChg chg="mod">
            <ac:chgData name="Ashley Hoke" userId="2b11871b-2329-4000-bcb0-99fe47ed9f68" providerId="ADAL" clId="{AA9B87F4-0A25-47AF-A2C7-89367951FD0E}" dt="2026-05-13T17:42:29.397" v="53" actId="20577"/>
            <ac:spMkLst>
              <pc:docMk/>
              <pc:sldMasterMk cId="3388985322" sldId="2147483650"/>
              <pc:sldLayoutMk cId="3690405603" sldId="2147483651"/>
              <ac:spMk id="6" creationId="{49FD57AD-F56C-E94E-3C9D-4931F1628332}"/>
            </ac:spMkLst>
          </pc:spChg>
          <pc:spChg chg="add del mod">
            <ac:chgData name="Ashley Hoke" userId="2b11871b-2329-4000-bcb0-99fe47ed9f68" providerId="ADAL" clId="{AA9B87F4-0A25-47AF-A2C7-89367951FD0E}" dt="2026-05-13T17:45:35.267" v="194" actId="478"/>
            <ac:spMkLst>
              <pc:docMk/>
              <pc:sldMasterMk cId="3388985322" sldId="2147483650"/>
              <pc:sldLayoutMk cId="3690405603" sldId="2147483651"/>
              <ac:spMk id="7" creationId="{FD573637-9AC1-D1C1-4793-A12F0CD4BF96}"/>
            </ac:spMkLst>
          </pc:spChg>
          <pc:spChg chg="mod">
            <ac:chgData name="Ashley Hoke" userId="2b11871b-2329-4000-bcb0-99fe47ed9f68" providerId="ADAL" clId="{AA9B87F4-0A25-47AF-A2C7-89367951FD0E}" dt="2026-05-13T17:43:45.162" v="139" actId="20577"/>
            <ac:spMkLst>
              <pc:docMk/>
              <pc:sldMasterMk cId="3388985322" sldId="2147483650"/>
              <pc:sldLayoutMk cId="3690405603" sldId="2147483651"/>
              <ac:spMk id="8" creationId="{A35269F5-FAA3-C49C-62BD-8CAC4670103C}"/>
            </ac:spMkLst>
          </pc:spChg>
          <pc:spChg chg="mod">
            <ac:chgData name="Ashley Hoke" userId="2b11871b-2329-4000-bcb0-99fe47ed9f68" providerId="ADAL" clId="{AA9B87F4-0A25-47AF-A2C7-89367951FD0E}" dt="2026-05-13T17:44:05.171" v="172" actId="20577"/>
            <ac:spMkLst>
              <pc:docMk/>
              <pc:sldMasterMk cId="3388985322" sldId="2147483650"/>
              <pc:sldLayoutMk cId="3690405603" sldId="2147483651"/>
              <ac:spMk id="9" creationId="{725A2850-52BB-81ED-890C-DD762F25E87E}"/>
            </ac:spMkLst>
          </pc:spChg>
          <pc:spChg chg="add mod">
            <ac:chgData name="Ashley Hoke" userId="2b11871b-2329-4000-bcb0-99fe47ed9f68" providerId="ADAL" clId="{AA9B87F4-0A25-47AF-A2C7-89367951FD0E}" dt="2026-05-13T17:43:23.755" v="111" actId="1037"/>
            <ac:spMkLst>
              <pc:docMk/>
              <pc:sldMasterMk cId="3388985322" sldId="2147483650"/>
              <pc:sldLayoutMk cId="3690405603" sldId="2147483651"/>
              <ac:spMk id="10" creationId="{CDE4DE35-B9D8-EC70-52FD-5FD6C8C33243}"/>
            </ac:spMkLst>
          </pc:spChg>
          <pc:spChg chg="del">
            <ac:chgData name="Ashley Hoke" userId="2b11871b-2329-4000-bcb0-99fe47ed9f68" providerId="ADAL" clId="{AA9B87F4-0A25-47AF-A2C7-89367951FD0E}" dt="2026-05-13T17:45:26.332" v="193" actId="478"/>
            <ac:spMkLst>
              <pc:docMk/>
              <pc:sldMasterMk cId="3388985322" sldId="2147483650"/>
              <pc:sldLayoutMk cId="3690405603" sldId="2147483651"/>
              <ac:spMk id="11" creationId="{142E9A10-C261-AC17-40D3-568668A5F77E}"/>
            </ac:spMkLst>
          </pc:spChg>
          <pc:spChg chg="add mod">
            <ac:chgData name="Ashley Hoke" userId="2b11871b-2329-4000-bcb0-99fe47ed9f68" providerId="ADAL" clId="{AA9B87F4-0A25-47AF-A2C7-89367951FD0E}" dt="2026-05-13T17:45:39.839" v="214" actId="1035"/>
            <ac:spMkLst>
              <pc:docMk/>
              <pc:sldMasterMk cId="3388985322" sldId="2147483650"/>
              <pc:sldLayoutMk cId="3690405603" sldId="2147483651"/>
              <ac:spMk id="12" creationId="{5FA99351-F209-DB90-E5EE-61BCB529044A}"/>
            </ac:spMkLst>
          </pc:spChg>
          <pc:spChg chg="add mod">
            <ac:chgData name="Ashley Hoke" userId="2b11871b-2329-4000-bcb0-99fe47ed9f68" providerId="ADAL" clId="{AA9B87F4-0A25-47AF-A2C7-89367951FD0E}" dt="2026-05-13T17:45:39.839" v="214" actId="1035"/>
            <ac:spMkLst>
              <pc:docMk/>
              <pc:sldMasterMk cId="3388985322" sldId="2147483650"/>
              <pc:sldLayoutMk cId="3690405603" sldId="2147483651"/>
              <ac:spMk id="14" creationId="{5CCDB666-005D-1BF6-CF70-083F4BFB18F7}"/>
            </ac:spMkLst>
          </pc:spChg>
        </pc:sldLayoutChg>
        <pc:sldLayoutChg chg="addSp delSp modSp mod">
          <pc:chgData name="Ashley Hoke" userId="2b11871b-2329-4000-bcb0-99fe47ed9f68" providerId="ADAL" clId="{AA9B87F4-0A25-47AF-A2C7-89367951FD0E}" dt="2026-05-13T18:33:16.484" v="3070" actId="1036"/>
          <pc:sldLayoutMkLst>
            <pc:docMk/>
            <pc:sldMasterMk cId="3388985322" sldId="2147483650"/>
            <pc:sldLayoutMk cId="3429932832" sldId="2147483652"/>
          </pc:sldLayoutMkLst>
          <pc:spChg chg="del mod">
            <ac:chgData name="Ashley Hoke" userId="2b11871b-2329-4000-bcb0-99fe47ed9f68" providerId="ADAL" clId="{AA9B87F4-0A25-47AF-A2C7-89367951FD0E}" dt="2026-05-13T18:32:50.866" v="3034" actId="478"/>
            <ac:spMkLst>
              <pc:docMk/>
              <pc:sldMasterMk cId="3388985322" sldId="2147483650"/>
              <pc:sldLayoutMk cId="3429932832" sldId="2147483652"/>
              <ac:spMk id="4" creationId="{CB6CFFE4-24E2-702F-164E-05003D290A8E}"/>
            </ac:spMkLst>
          </pc:spChg>
          <pc:spChg chg="add del">
            <ac:chgData name="Ashley Hoke" userId="2b11871b-2329-4000-bcb0-99fe47ed9f68" providerId="ADAL" clId="{AA9B87F4-0A25-47AF-A2C7-89367951FD0E}" dt="2026-05-13T18:32:52.461" v="3036" actId="22"/>
            <ac:spMkLst>
              <pc:docMk/>
              <pc:sldMasterMk cId="3388985322" sldId="2147483650"/>
              <pc:sldLayoutMk cId="3429932832" sldId="2147483652"/>
              <ac:spMk id="5" creationId="{61AD52A9-6E83-B5B9-C23B-315EE254EDF4}"/>
            </ac:spMkLst>
          </pc:spChg>
          <pc:spChg chg="add mod">
            <ac:chgData name="Ashley Hoke" userId="2b11871b-2329-4000-bcb0-99fe47ed9f68" providerId="ADAL" clId="{AA9B87F4-0A25-47AF-A2C7-89367951FD0E}" dt="2026-05-13T18:33:16.484" v="3070" actId="1036"/>
            <ac:spMkLst>
              <pc:docMk/>
              <pc:sldMasterMk cId="3388985322" sldId="2147483650"/>
              <pc:sldLayoutMk cId="3429932832" sldId="2147483652"/>
              <ac:spMk id="6" creationId="{34015EA2-284E-0563-AFD5-DA181A0A71D1}"/>
            </ac:spMkLst>
          </pc:spChg>
          <pc:spChg chg="del mod">
            <ac:chgData name="Ashley Hoke" userId="2b11871b-2329-4000-bcb0-99fe47ed9f68" providerId="ADAL" clId="{AA9B87F4-0A25-47AF-A2C7-89367951FD0E}" dt="2026-05-13T18:32:50.866" v="3034" actId="478"/>
            <ac:spMkLst>
              <pc:docMk/>
              <pc:sldMasterMk cId="3388985322" sldId="2147483650"/>
              <pc:sldLayoutMk cId="3429932832" sldId="2147483652"/>
              <ac:spMk id="7" creationId="{BD491A14-A21F-5CB0-5548-0BCAEA712490}"/>
            </ac:spMkLst>
          </pc:spChg>
          <pc:spChg chg="add mod">
            <ac:chgData name="Ashley Hoke" userId="2b11871b-2329-4000-bcb0-99fe47ed9f68" providerId="ADAL" clId="{AA9B87F4-0A25-47AF-A2C7-89367951FD0E}" dt="2026-05-13T18:33:16.484" v="3070" actId="1036"/>
            <ac:spMkLst>
              <pc:docMk/>
              <pc:sldMasterMk cId="3388985322" sldId="2147483650"/>
              <pc:sldLayoutMk cId="3429932832" sldId="2147483652"/>
              <ac:spMk id="10" creationId="{E4241DC2-A0D8-D2B6-6DBB-4157B576E7DE}"/>
            </ac:spMkLst>
          </pc:spChg>
          <pc:spChg chg="add mod">
            <ac:chgData name="Ashley Hoke" userId="2b11871b-2329-4000-bcb0-99fe47ed9f68" providerId="ADAL" clId="{AA9B87F4-0A25-47AF-A2C7-89367951FD0E}" dt="2026-05-13T18:33:16.484" v="3070" actId="1036"/>
            <ac:spMkLst>
              <pc:docMk/>
              <pc:sldMasterMk cId="3388985322" sldId="2147483650"/>
              <pc:sldLayoutMk cId="3429932832" sldId="2147483652"/>
              <ac:spMk id="11" creationId="{5B0FE7AC-969C-56BD-20AD-FF3FB015B49D}"/>
            </ac:spMkLst>
          </pc:spChg>
        </pc:sldLayoutChg>
        <pc:sldLayoutChg chg="addSp delSp modSp mod">
          <pc:chgData name="Ashley Hoke" userId="2b11871b-2329-4000-bcb0-99fe47ed9f68" providerId="ADAL" clId="{AA9B87F4-0A25-47AF-A2C7-89367951FD0E}" dt="2026-05-13T18:09:55.244" v="2133" actId="403"/>
          <pc:sldLayoutMkLst>
            <pc:docMk/>
            <pc:sldMasterMk cId="3388985322" sldId="2147483650"/>
            <pc:sldLayoutMk cId="1788743629" sldId="2147483656"/>
          </pc:sldLayoutMkLst>
          <pc:spChg chg="add mod">
            <ac:chgData name="Ashley Hoke" userId="2b11871b-2329-4000-bcb0-99fe47ed9f68" providerId="ADAL" clId="{AA9B87F4-0A25-47AF-A2C7-89367951FD0E}" dt="2026-05-13T18:07:02.404" v="1836"/>
            <ac:spMkLst>
              <pc:docMk/>
              <pc:sldMasterMk cId="3388985322" sldId="2147483650"/>
              <pc:sldLayoutMk cId="1788743629" sldId="2147483656"/>
              <ac:spMk id="2" creationId="{13A07CB6-E104-A59C-BDC3-C85733355645}"/>
            </ac:spMkLst>
          </pc:spChg>
          <pc:spChg chg="mod">
            <ac:chgData name="Ashley Hoke" userId="2b11871b-2329-4000-bcb0-99fe47ed9f68" providerId="ADAL" clId="{AA9B87F4-0A25-47AF-A2C7-89367951FD0E}" dt="2026-05-13T18:08:20.347" v="1851" actId="2711"/>
            <ac:spMkLst>
              <pc:docMk/>
              <pc:sldMasterMk cId="3388985322" sldId="2147483650"/>
              <pc:sldLayoutMk cId="1788743629" sldId="2147483656"/>
              <ac:spMk id="3" creationId="{1498B141-DAC7-C194-8389-389FF606BCEA}"/>
            </ac:spMkLst>
          </pc:spChg>
          <pc:spChg chg="mod">
            <ac:chgData name="Ashley Hoke" userId="2b11871b-2329-4000-bcb0-99fe47ed9f68" providerId="ADAL" clId="{AA9B87F4-0A25-47AF-A2C7-89367951FD0E}" dt="2026-05-13T18:07:40.348" v="1847" actId="948"/>
            <ac:spMkLst>
              <pc:docMk/>
              <pc:sldMasterMk cId="3388985322" sldId="2147483650"/>
              <pc:sldLayoutMk cId="1788743629" sldId="2147483656"/>
              <ac:spMk id="4" creationId="{018DD0F3-545A-D500-B75B-BF1C28FF4F5C}"/>
            </ac:spMkLst>
          </pc:spChg>
          <pc:spChg chg="mod">
            <ac:chgData name="Ashley Hoke" userId="2b11871b-2329-4000-bcb0-99fe47ed9f68" providerId="ADAL" clId="{AA9B87F4-0A25-47AF-A2C7-89367951FD0E}" dt="2026-05-13T18:09:08.043" v="2130" actId="1037"/>
            <ac:spMkLst>
              <pc:docMk/>
              <pc:sldMasterMk cId="3388985322" sldId="2147483650"/>
              <pc:sldLayoutMk cId="1788743629" sldId="2147483656"/>
              <ac:spMk id="7" creationId="{D5585C0B-1CC5-4DF6-E0D7-5EE3749B83EC}"/>
            </ac:spMkLst>
          </pc:spChg>
          <pc:spChg chg="add mod">
            <ac:chgData name="Ashley Hoke" userId="2b11871b-2329-4000-bcb0-99fe47ed9f68" providerId="ADAL" clId="{AA9B87F4-0A25-47AF-A2C7-89367951FD0E}" dt="2026-05-13T18:07:11.088" v="1839"/>
            <ac:spMkLst>
              <pc:docMk/>
              <pc:sldMasterMk cId="3388985322" sldId="2147483650"/>
              <pc:sldLayoutMk cId="1788743629" sldId="2147483656"/>
              <ac:spMk id="9" creationId="{CABB44C7-D18F-8159-E0D8-FE17524EB2FE}"/>
            </ac:spMkLst>
          </pc:spChg>
          <pc:spChg chg="add del mod">
            <ac:chgData name="Ashley Hoke" userId="2b11871b-2329-4000-bcb0-99fe47ed9f68" providerId="ADAL" clId="{AA9B87F4-0A25-47AF-A2C7-89367951FD0E}" dt="2026-05-13T18:07:23.162" v="1841" actId="478"/>
            <ac:spMkLst>
              <pc:docMk/>
              <pc:sldMasterMk cId="3388985322" sldId="2147483650"/>
              <pc:sldLayoutMk cId="1788743629" sldId="2147483656"/>
              <ac:spMk id="10" creationId="{8B44DBA7-73F9-C673-CA45-1D79688AF341}"/>
            </ac:spMkLst>
          </pc:spChg>
          <pc:spChg chg="add mod">
            <ac:chgData name="Ashley Hoke" userId="2b11871b-2329-4000-bcb0-99fe47ed9f68" providerId="ADAL" clId="{AA9B87F4-0A25-47AF-A2C7-89367951FD0E}" dt="2026-05-13T18:09:02.699" v="2097" actId="14100"/>
            <ac:spMkLst>
              <pc:docMk/>
              <pc:sldMasterMk cId="3388985322" sldId="2147483650"/>
              <pc:sldLayoutMk cId="1788743629" sldId="2147483656"/>
              <ac:spMk id="11" creationId="{05AD3E66-74A5-F13A-DDE1-38777CA0CB05}"/>
            </ac:spMkLst>
          </pc:spChg>
          <pc:spChg chg="mod">
            <ac:chgData name="Ashley Hoke" userId="2b11871b-2329-4000-bcb0-99fe47ed9f68" providerId="ADAL" clId="{AA9B87F4-0A25-47AF-A2C7-89367951FD0E}" dt="2026-05-13T18:09:55.244" v="2133" actId="403"/>
            <ac:spMkLst>
              <pc:docMk/>
              <pc:sldMasterMk cId="3388985322" sldId="2147483650"/>
              <pc:sldLayoutMk cId="1788743629" sldId="2147483656"/>
              <ac:spMk id="13" creationId="{C5415B20-894C-9F4F-8C45-42C9CA8DDC43}"/>
            </ac:spMkLst>
          </pc:spChg>
          <pc:spChg chg="del">
            <ac:chgData name="Ashley Hoke" userId="2b11871b-2329-4000-bcb0-99fe47ed9f68" providerId="ADAL" clId="{AA9B87F4-0A25-47AF-A2C7-89367951FD0E}" dt="2026-05-13T18:07:45.434" v="1850" actId="478"/>
            <ac:spMkLst>
              <pc:docMk/>
              <pc:sldMasterMk cId="3388985322" sldId="2147483650"/>
              <pc:sldLayoutMk cId="1788743629" sldId="2147483656"/>
              <ac:spMk id="30" creationId="{0D1CAC7E-CE82-B39E-0262-B5752AC6EC03}"/>
            </ac:spMkLst>
          </pc:spChg>
          <pc:picChg chg="add del">
            <ac:chgData name="Ashley Hoke" userId="2b11871b-2329-4000-bcb0-99fe47ed9f68" providerId="ADAL" clId="{AA9B87F4-0A25-47AF-A2C7-89367951FD0E}" dt="2026-05-13T18:07:07.231" v="1838" actId="22"/>
            <ac:picMkLst>
              <pc:docMk/>
              <pc:sldMasterMk cId="3388985322" sldId="2147483650"/>
              <pc:sldLayoutMk cId="1788743629" sldId="2147483656"/>
              <ac:picMk id="8" creationId="{0CBCE634-237B-61C0-CF89-110E19BE9D86}"/>
            </ac:picMkLst>
          </pc:picChg>
        </pc:sldLayoutChg>
        <pc:sldLayoutChg chg="addSp delSp modSp mod">
          <pc:chgData name="Ashley Hoke" userId="2b11871b-2329-4000-bcb0-99fe47ed9f68" providerId="ADAL" clId="{AA9B87F4-0A25-47AF-A2C7-89367951FD0E}" dt="2026-05-13T18:34:28.291" v="3082"/>
          <pc:sldLayoutMkLst>
            <pc:docMk/>
            <pc:sldMasterMk cId="3388985322" sldId="2147483650"/>
            <pc:sldLayoutMk cId="2524561968" sldId="2147483657"/>
          </pc:sldLayoutMkLst>
          <pc:spChg chg="add mod">
            <ac:chgData name="Ashley Hoke" userId="2b11871b-2329-4000-bcb0-99fe47ed9f68" providerId="ADAL" clId="{AA9B87F4-0A25-47AF-A2C7-89367951FD0E}" dt="2026-05-13T18:34:01.193" v="3078"/>
            <ac:spMkLst>
              <pc:docMk/>
              <pc:sldMasterMk cId="3388985322" sldId="2147483650"/>
              <pc:sldLayoutMk cId="2524561968" sldId="2147483657"/>
              <ac:spMk id="2" creationId="{8F731F1A-AB40-59B6-24BB-25176CD89904}"/>
            </ac:spMkLst>
          </pc:spChg>
          <pc:spChg chg="del">
            <ac:chgData name="Ashley Hoke" userId="2b11871b-2329-4000-bcb0-99fe47ed9f68" providerId="ADAL" clId="{AA9B87F4-0A25-47AF-A2C7-89367951FD0E}" dt="2026-05-13T18:34:00.549" v="3077" actId="478"/>
            <ac:spMkLst>
              <pc:docMk/>
              <pc:sldMasterMk cId="3388985322" sldId="2147483650"/>
              <pc:sldLayoutMk cId="2524561968" sldId="2147483657"/>
              <ac:spMk id="3" creationId="{DA4311FD-3FDC-584B-A02B-0C56C16B6B02}"/>
            </ac:spMkLst>
          </pc:spChg>
          <pc:spChg chg="del">
            <ac:chgData name="Ashley Hoke" userId="2b11871b-2329-4000-bcb0-99fe47ed9f68" providerId="ADAL" clId="{AA9B87F4-0A25-47AF-A2C7-89367951FD0E}" dt="2026-05-13T18:34:00.549" v="3077" actId="478"/>
            <ac:spMkLst>
              <pc:docMk/>
              <pc:sldMasterMk cId="3388985322" sldId="2147483650"/>
              <pc:sldLayoutMk cId="2524561968" sldId="2147483657"/>
              <ac:spMk id="4" creationId="{F398814F-4A6B-149A-860A-52049B9CB314}"/>
            </ac:spMkLst>
          </pc:spChg>
          <pc:spChg chg="add mod">
            <ac:chgData name="Ashley Hoke" userId="2b11871b-2329-4000-bcb0-99fe47ed9f68" providerId="ADAL" clId="{AA9B87F4-0A25-47AF-A2C7-89367951FD0E}" dt="2026-05-13T18:34:01.193" v="3078"/>
            <ac:spMkLst>
              <pc:docMk/>
              <pc:sldMasterMk cId="3388985322" sldId="2147483650"/>
              <pc:sldLayoutMk cId="2524561968" sldId="2147483657"/>
              <ac:spMk id="5" creationId="{22C71C06-AD87-10A9-B041-2500EFBE3D42}"/>
            </ac:spMkLst>
          </pc:spChg>
          <pc:spChg chg="add mod">
            <ac:chgData name="Ashley Hoke" userId="2b11871b-2329-4000-bcb0-99fe47ed9f68" providerId="ADAL" clId="{AA9B87F4-0A25-47AF-A2C7-89367951FD0E}" dt="2026-05-13T18:34:01.193" v="3078"/>
            <ac:spMkLst>
              <pc:docMk/>
              <pc:sldMasterMk cId="3388985322" sldId="2147483650"/>
              <pc:sldLayoutMk cId="2524561968" sldId="2147483657"/>
              <ac:spMk id="6" creationId="{578742F2-4F4A-B23D-48B2-70F0E0C787F6}"/>
            </ac:spMkLst>
          </pc:spChg>
          <pc:spChg chg="del">
            <ac:chgData name="Ashley Hoke" userId="2b11871b-2329-4000-bcb0-99fe47ed9f68" providerId="ADAL" clId="{AA9B87F4-0A25-47AF-A2C7-89367951FD0E}" dt="2026-05-13T18:34:00.549" v="3077" actId="478"/>
            <ac:spMkLst>
              <pc:docMk/>
              <pc:sldMasterMk cId="3388985322" sldId="2147483650"/>
              <pc:sldLayoutMk cId="2524561968" sldId="2147483657"/>
              <ac:spMk id="7" creationId="{D5585C0B-1CC5-4DF6-E0D7-5EE3749B83EC}"/>
            </ac:spMkLst>
          </pc:spChg>
          <pc:spChg chg="add mod">
            <ac:chgData name="Ashley Hoke" userId="2b11871b-2329-4000-bcb0-99fe47ed9f68" providerId="ADAL" clId="{AA9B87F4-0A25-47AF-A2C7-89367951FD0E}" dt="2026-05-13T18:34:28.291" v="3082"/>
            <ac:spMkLst>
              <pc:docMk/>
              <pc:sldMasterMk cId="3388985322" sldId="2147483650"/>
              <pc:sldLayoutMk cId="2524561968" sldId="2147483657"/>
              <ac:spMk id="8" creationId="{E3E3D5B1-4BC8-2A7D-C9A9-79B6280308FE}"/>
            </ac:spMkLst>
          </pc:spChg>
          <pc:spChg chg="mod">
            <ac:chgData name="Ashley Hoke" userId="2b11871b-2329-4000-bcb0-99fe47ed9f68" providerId="ADAL" clId="{AA9B87F4-0A25-47AF-A2C7-89367951FD0E}" dt="2026-05-13T18:09:48.082" v="2132" actId="403"/>
            <ac:spMkLst>
              <pc:docMk/>
              <pc:sldMasterMk cId="3388985322" sldId="2147483650"/>
              <pc:sldLayoutMk cId="2524561968" sldId="2147483657"/>
              <ac:spMk id="13" creationId="{C5415B20-894C-9F4F-8C45-42C9CA8DDC43}"/>
            </ac:spMkLst>
          </pc:spChg>
          <pc:spChg chg="mod">
            <ac:chgData name="Ashley Hoke" userId="2b11871b-2329-4000-bcb0-99fe47ed9f68" providerId="ADAL" clId="{AA9B87F4-0A25-47AF-A2C7-89367951FD0E}" dt="2026-05-13T18:09:45.507" v="2131" actId="403"/>
            <ac:spMkLst>
              <pc:docMk/>
              <pc:sldMasterMk cId="3388985322" sldId="2147483650"/>
              <pc:sldLayoutMk cId="2524561968" sldId="2147483657"/>
              <ac:spMk id="24" creationId="{C7AC7BAD-7820-55D5-D6AD-078844BA9F6E}"/>
            </ac:spMkLst>
          </pc:spChg>
        </pc:sldLayoutChg>
        <pc:sldLayoutChg chg="addSp delSp modSp mod">
          <pc:chgData name="Ashley Hoke" userId="2b11871b-2329-4000-bcb0-99fe47ed9f68" providerId="ADAL" clId="{AA9B87F4-0A25-47AF-A2C7-89367951FD0E}" dt="2026-05-13T18:33:52.747" v="3076" actId="207"/>
          <pc:sldLayoutMkLst>
            <pc:docMk/>
            <pc:sldMasterMk cId="3388985322" sldId="2147483650"/>
            <pc:sldLayoutMk cId="987961756" sldId="2147483720"/>
          </pc:sldLayoutMkLst>
          <pc:spChg chg="add del mod">
            <ac:chgData name="Ashley Hoke" userId="2b11871b-2329-4000-bcb0-99fe47ed9f68" providerId="ADAL" clId="{AA9B87F4-0A25-47AF-A2C7-89367951FD0E}" dt="2026-05-13T18:33:51.029" v="3074" actId="478"/>
            <ac:spMkLst>
              <pc:docMk/>
              <pc:sldMasterMk cId="3388985322" sldId="2147483650"/>
              <pc:sldLayoutMk cId="987961756" sldId="2147483720"/>
              <ac:spMk id="2" creationId="{047B9B9D-74B5-8039-6428-AF4B9994F98C}"/>
            </ac:spMkLst>
          </pc:spChg>
          <pc:spChg chg="add del mod">
            <ac:chgData name="Ashley Hoke" userId="2b11871b-2329-4000-bcb0-99fe47ed9f68" providerId="ADAL" clId="{AA9B87F4-0A25-47AF-A2C7-89367951FD0E}" dt="2026-05-13T18:33:51.029" v="3074" actId="478"/>
            <ac:spMkLst>
              <pc:docMk/>
              <pc:sldMasterMk cId="3388985322" sldId="2147483650"/>
              <pc:sldLayoutMk cId="987961756" sldId="2147483720"/>
              <ac:spMk id="3" creationId="{ECBF2D41-674F-FC94-54AD-1200FF3BB3D1}"/>
            </ac:spMkLst>
          </pc:spChg>
          <pc:spChg chg="add del mod">
            <ac:chgData name="Ashley Hoke" userId="2b11871b-2329-4000-bcb0-99fe47ed9f68" providerId="ADAL" clId="{AA9B87F4-0A25-47AF-A2C7-89367951FD0E}" dt="2026-05-13T18:33:51.029" v="3074" actId="478"/>
            <ac:spMkLst>
              <pc:docMk/>
              <pc:sldMasterMk cId="3388985322" sldId="2147483650"/>
              <pc:sldLayoutMk cId="987961756" sldId="2147483720"/>
              <ac:spMk id="4" creationId="{B82ACDEE-FCBF-BD52-B14A-AF7DD730B3F4}"/>
            </ac:spMkLst>
          </pc:spChg>
          <pc:spChg chg="add mod">
            <ac:chgData name="Ashley Hoke" userId="2b11871b-2329-4000-bcb0-99fe47ed9f68" providerId="ADAL" clId="{AA9B87F4-0A25-47AF-A2C7-89367951FD0E}" dt="2026-05-13T18:33:52.747" v="3076" actId="207"/>
            <ac:spMkLst>
              <pc:docMk/>
              <pc:sldMasterMk cId="3388985322" sldId="2147483650"/>
              <pc:sldLayoutMk cId="987961756" sldId="2147483720"/>
              <ac:spMk id="5" creationId="{365F3EC4-E575-B382-0780-E0C5E970A0A7}"/>
            </ac:spMkLst>
          </pc:spChg>
          <pc:spChg chg="add mod">
            <ac:chgData name="Ashley Hoke" userId="2b11871b-2329-4000-bcb0-99fe47ed9f68" providerId="ADAL" clId="{AA9B87F4-0A25-47AF-A2C7-89367951FD0E}" dt="2026-05-13T18:33:52.747" v="3076" actId="207"/>
            <ac:spMkLst>
              <pc:docMk/>
              <pc:sldMasterMk cId="3388985322" sldId="2147483650"/>
              <pc:sldLayoutMk cId="987961756" sldId="2147483720"/>
              <ac:spMk id="6" creationId="{7E2A17BA-5ED4-72B3-696F-CEA0D53C87BF}"/>
            </ac:spMkLst>
          </pc:spChg>
          <pc:spChg chg="add mod">
            <ac:chgData name="Ashley Hoke" userId="2b11871b-2329-4000-bcb0-99fe47ed9f68" providerId="ADAL" clId="{AA9B87F4-0A25-47AF-A2C7-89367951FD0E}" dt="2026-05-13T18:33:52.747" v="3076" actId="207"/>
            <ac:spMkLst>
              <pc:docMk/>
              <pc:sldMasterMk cId="3388985322" sldId="2147483650"/>
              <pc:sldLayoutMk cId="987961756" sldId="2147483720"/>
              <ac:spMk id="12" creationId="{5527B87C-F0DE-B285-8257-FDF9437F9D58}"/>
            </ac:spMkLst>
          </pc:spChg>
          <pc:spChg chg="del mod">
            <ac:chgData name="Ashley Hoke" userId="2b11871b-2329-4000-bcb0-99fe47ed9f68" providerId="ADAL" clId="{AA9B87F4-0A25-47AF-A2C7-89367951FD0E}" dt="2026-05-13T18:33:23.439" v="3071" actId="478"/>
            <ac:spMkLst>
              <pc:docMk/>
              <pc:sldMasterMk cId="3388985322" sldId="2147483650"/>
              <pc:sldLayoutMk cId="987961756" sldId="2147483720"/>
              <ac:spMk id="13" creationId="{FBAE85D4-C5AA-9CFB-2C41-276612B1CF8D}"/>
            </ac:spMkLst>
          </pc:spChg>
          <pc:spChg chg="del mod">
            <ac:chgData name="Ashley Hoke" userId="2b11871b-2329-4000-bcb0-99fe47ed9f68" providerId="ADAL" clId="{AA9B87F4-0A25-47AF-A2C7-89367951FD0E}" dt="2026-05-13T18:33:23.439" v="3071" actId="478"/>
            <ac:spMkLst>
              <pc:docMk/>
              <pc:sldMasterMk cId="3388985322" sldId="2147483650"/>
              <pc:sldLayoutMk cId="987961756" sldId="2147483720"/>
              <ac:spMk id="14" creationId="{3F383A2C-FEC4-C244-61F6-B60F439DF460}"/>
            </ac:spMkLst>
          </pc:spChg>
        </pc:sldLayoutChg>
        <pc:sldLayoutChg chg="addSp delSp modSp mod">
          <pc:chgData name="Ashley Hoke" userId="2b11871b-2329-4000-bcb0-99fe47ed9f68" providerId="ADAL" clId="{AA9B87F4-0A25-47AF-A2C7-89367951FD0E}" dt="2026-05-13T18:34:33.393" v="3084" actId="207"/>
          <pc:sldLayoutMkLst>
            <pc:docMk/>
            <pc:sldMasterMk cId="3388985322" sldId="2147483650"/>
            <pc:sldLayoutMk cId="1490340425" sldId="2147483721"/>
          </pc:sldLayoutMkLst>
          <pc:spChg chg="add mod">
            <ac:chgData name="Ashley Hoke" userId="2b11871b-2329-4000-bcb0-99fe47ed9f68" providerId="ADAL" clId="{AA9B87F4-0A25-47AF-A2C7-89367951FD0E}" dt="2026-05-13T18:34:14.147" v="3081" actId="207"/>
            <ac:spMkLst>
              <pc:docMk/>
              <pc:sldMasterMk cId="3388985322" sldId="2147483650"/>
              <pc:sldLayoutMk cId="1490340425" sldId="2147483721"/>
              <ac:spMk id="2" creationId="{A587D2DB-9953-1A34-EEB8-8029C343D3C2}"/>
            </ac:spMkLst>
          </pc:spChg>
          <pc:spChg chg="del">
            <ac:chgData name="Ashley Hoke" userId="2b11871b-2329-4000-bcb0-99fe47ed9f68" providerId="ADAL" clId="{AA9B87F4-0A25-47AF-A2C7-89367951FD0E}" dt="2026-05-13T18:34:11.673" v="3079" actId="478"/>
            <ac:spMkLst>
              <pc:docMk/>
              <pc:sldMasterMk cId="3388985322" sldId="2147483650"/>
              <pc:sldLayoutMk cId="1490340425" sldId="2147483721"/>
              <ac:spMk id="5" creationId="{5F8208D9-00DA-8E75-C792-227EDF67F028}"/>
            </ac:spMkLst>
          </pc:spChg>
          <pc:spChg chg="del">
            <ac:chgData name="Ashley Hoke" userId="2b11871b-2329-4000-bcb0-99fe47ed9f68" providerId="ADAL" clId="{AA9B87F4-0A25-47AF-A2C7-89367951FD0E}" dt="2026-05-13T18:34:11.673" v="3079" actId="478"/>
            <ac:spMkLst>
              <pc:docMk/>
              <pc:sldMasterMk cId="3388985322" sldId="2147483650"/>
              <pc:sldLayoutMk cId="1490340425" sldId="2147483721"/>
              <ac:spMk id="6" creationId="{BC85C5DE-B688-4495-07A7-4148D30D9D9B}"/>
            </ac:spMkLst>
          </pc:spChg>
          <pc:spChg chg="del">
            <ac:chgData name="Ashley Hoke" userId="2b11871b-2329-4000-bcb0-99fe47ed9f68" providerId="ADAL" clId="{AA9B87F4-0A25-47AF-A2C7-89367951FD0E}" dt="2026-05-13T18:34:11.673" v="3079" actId="478"/>
            <ac:spMkLst>
              <pc:docMk/>
              <pc:sldMasterMk cId="3388985322" sldId="2147483650"/>
              <pc:sldLayoutMk cId="1490340425" sldId="2147483721"/>
              <ac:spMk id="7" creationId="{D5585C0B-1CC5-4DF6-E0D7-5EE3749B83EC}"/>
            </ac:spMkLst>
          </pc:spChg>
          <pc:spChg chg="add mod">
            <ac:chgData name="Ashley Hoke" userId="2b11871b-2329-4000-bcb0-99fe47ed9f68" providerId="ADAL" clId="{AA9B87F4-0A25-47AF-A2C7-89367951FD0E}" dt="2026-05-13T18:34:14.147" v="3081" actId="207"/>
            <ac:spMkLst>
              <pc:docMk/>
              <pc:sldMasterMk cId="3388985322" sldId="2147483650"/>
              <pc:sldLayoutMk cId="1490340425" sldId="2147483721"/>
              <ac:spMk id="14" creationId="{48CA6B8D-786C-8916-991E-92FC63720774}"/>
            </ac:spMkLst>
          </pc:spChg>
          <pc:spChg chg="add mod">
            <ac:chgData name="Ashley Hoke" userId="2b11871b-2329-4000-bcb0-99fe47ed9f68" providerId="ADAL" clId="{AA9B87F4-0A25-47AF-A2C7-89367951FD0E}" dt="2026-05-13T18:34:14.147" v="3081" actId="207"/>
            <ac:spMkLst>
              <pc:docMk/>
              <pc:sldMasterMk cId="3388985322" sldId="2147483650"/>
              <pc:sldLayoutMk cId="1490340425" sldId="2147483721"/>
              <ac:spMk id="15" creationId="{6242C11A-2549-0DD2-3E3A-5ED08F4B79D3}"/>
            </ac:spMkLst>
          </pc:spChg>
          <pc:spChg chg="add mod">
            <ac:chgData name="Ashley Hoke" userId="2b11871b-2329-4000-bcb0-99fe47ed9f68" providerId="ADAL" clId="{AA9B87F4-0A25-47AF-A2C7-89367951FD0E}" dt="2026-05-13T18:34:33.393" v="3084" actId="207"/>
            <ac:spMkLst>
              <pc:docMk/>
              <pc:sldMasterMk cId="3388985322" sldId="2147483650"/>
              <pc:sldLayoutMk cId="1490340425" sldId="2147483721"/>
              <ac:spMk id="17" creationId="{21719BFD-D741-DC3B-E52E-F7F725446AF3}"/>
            </ac:spMkLst>
          </pc:spChg>
        </pc:sldLayoutChg>
        <pc:sldLayoutChg chg="addSp modSp mod ord">
          <pc:chgData name="Ashley Hoke" userId="2b11871b-2329-4000-bcb0-99fe47ed9f68" providerId="ADAL" clId="{AA9B87F4-0A25-47AF-A2C7-89367951FD0E}" dt="2026-05-13T17:46:18.387" v="229"/>
          <pc:sldLayoutMkLst>
            <pc:docMk/>
            <pc:sldMasterMk cId="3388985322" sldId="2147483650"/>
            <pc:sldLayoutMk cId="139569687" sldId="2147483722"/>
          </pc:sldLayoutMkLst>
          <pc:spChg chg="mod">
            <ac:chgData name="Ashley Hoke" userId="2b11871b-2329-4000-bcb0-99fe47ed9f68" providerId="ADAL" clId="{AA9B87F4-0A25-47AF-A2C7-89367951FD0E}" dt="2026-05-13T17:41:40.440" v="8" actId="1076"/>
            <ac:spMkLst>
              <pc:docMk/>
              <pc:sldMasterMk cId="3388985322" sldId="2147483650"/>
              <pc:sldLayoutMk cId="139569687" sldId="2147483722"/>
              <ac:spMk id="3" creationId="{E70B9F23-FC0F-C3BD-202A-627C50EA2A35}"/>
            </ac:spMkLst>
          </pc:spChg>
          <pc:spChg chg="mod">
            <ac:chgData name="Ashley Hoke" userId="2b11871b-2329-4000-bcb0-99fe47ed9f68" providerId="ADAL" clId="{AA9B87F4-0A25-47AF-A2C7-89367951FD0E}" dt="2026-05-13T17:45:58.645" v="227" actId="1035"/>
            <ac:spMkLst>
              <pc:docMk/>
              <pc:sldMasterMk cId="3388985322" sldId="2147483650"/>
              <pc:sldLayoutMk cId="139569687" sldId="2147483722"/>
              <ac:spMk id="5" creationId="{EF2FFABC-F877-BBFA-5287-E2CE3A3815CB}"/>
            </ac:spMkLst>
          </pc:spChg>
          <pc:spChg chg="add mod">
            <ac:chgData name="Ashley Hoke" userId="2b11871b-2329-4000-bcb0-99fe47ed9f68" providerId="ADAL" clId="{AA9B87F4-0A25-47AF-A2C7-89367951FD0E}" dt="2026-05-13T17:41:52.446" v="45" actId="1076"/>
            <ac:spMkLst>
              <pc:docMk/>
              <pc:sldMasterMk cId="3388985322" sldId="2147483650"/>
              <pc:sldLayoutMk cId="139569687" sldId="2147483722"/>
              <ac:spMk id="7" creationId="{4F2E8F65-1107-E0CE-CC43-C9CF75CC190D}"/>
            </ac:spMkLst>
          </pc:spChg>
          <pc:spChg chg="mod">
            <ac:chgData name="Ashley Hoke" userId="2b11871b-2329-4000-bcb0-99fe47ed9f68" providerId="ADAL" clId="{AA9B87F4-0A25-47AF-A2C7-89367951FD0E}" dt="2026-05-13T17:46:09.804" v="228"/>
            <ac:spMkLst>
              <pc:docMk/>
              <pc:sldMasterMk cId="3388985322" sldId="2147483650"/>
              <pc:sldLayoutMk cId="139569687" sldId="2147483722"/>
              <ac:spMk id="8" creationId="{A35269F5-FAA3-C49C-62BD-8CAC4670103C}"/>
            </ac:spMkLst>
          </pc:spChg>
          <pc:spChg chg="mod">
            <ac:chgData name="Ashley Hoke" userId="2b11871b-2329-4000-bcb0-99fe47ed9f68" providerId="ADAL" clId="{AA9B87F4-0A25-47AF-A2C7-89367951FD0E}" dt="2026-05-13T17:46:18.387" v="229"/>
            <ac:spMkLst>
              <pc:docMk/>
              <pc:sldMasterMk cId="3388985322" sldId="2147483650"/>
              <pc:sldLayoutMk cId="139569687" sldId="2147483722"/>
              <ac:spMk id="9" creationId="{725A2850-52BB-81ED-890C-DD762F25E87E}"/>
            </ac:spMkLst>
          </pc:spChg>
          <pc:spChg chg="add mod">
            <ac:chgData name="Ashley Hoke" userId="2b11871b-2329-4000-bcb0-99fe47ed9f68" providerId="ADAL" clId="{AA9B87F4-0A25-47AF-A2C7-89367951FD0E}" dt="2026-05-13T17:42:08.480" v="48"/>
            <ac:spMkLst>
              <pc:docMk/>
              <pc:sldMasterMk cId="3388985322" sldId="2147483650"/>
              <pc:sldLayoutMk cId="139569687" sldId="2147483722"/>
              <ac:spMk id="10" creationId="{812145FB-2D1B-2F71-B8A0-FAB1334CBD4E}"/>
            </ac:spMkLst>
          </pc:spChg>
          <pc:spChg chg="mod">
            <ac:chgData name="Ashley Hoke" userId="2b11871b-2329-4000-bcb0-99fe47ed9f68" providerId="ADAL" clId="{AA9B87F4-0A25-47AF-A2C7-89367951FD0E}" dt="2026-05-13T17:45:58.645" v="227" actId="1035"/>
            <ac:spMkLst>
              <pc:docMk/>
              <pc:sldMasterMk cId="3388985322" sldId="2147483650"/>
              <pc:sldLayoutMk cId="139569687" sldId="2147483722"/>
              <ac:spMk id="11" creationId="{142E9A10-C261-AC17-40D3-568668A5F77E}"/>
            </ac:spMkLst>
          </pc:spChg>
          <pc:spChg chg="add mod">
            <ac:chgData name="Ashley Hoke" userId="2b11871b-2329-4000-bcb0-99fe47ed9f68" providerId="ADAL" clId="{AA9B87F4-0A25-47AF-A2C7-89367951FD0E}" dt="2026-05-13T17:42:19.828" v="49"/>
            <ac:spMkLst>
              <pc:docMk/>
              <pc:sldMasterMk cId="3388985322" sldId="2147483650"/>
              <pc:sldLayoutMk cId="139569687" sldId="2147483722"/>
              <ac:spMk id="12" creationId="{CCFE0FCA-1439-5FEB-5E4A-F56B7E9DF9CE}"/>
            </ac:spMkLst>
          </pc:spChg>
          <pc:spChg chg="add mod">
            <ac:chgData name="Ashley Hoke" userId="2b11871b-2329-4000-bcb0-99fe47ed9f68" providerId="ADAL" clId="{AA9B87F4-0A25-47AF-A2C7-89367951FD0E}" dt="2026-05-13T17:45:52.918" v="215"/>
            <ac:spMkLst>
              <pc:docMk/>
              <pc:sldMasterMk cId="3388985322" sldId="2147483650"/>
              <pc:sldLayoutMk cId="139569687" sldId="2147483722"/>
              <ac:spMk id="14" creationId="{2F111547-210B-47FC-878E-63ABCB799C6B}"/>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52E11B-D2B7-C6C7-911A-DC3FBB1E11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89196D9-E11B-4CC9-BA35-49F27DDF72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D40C2A-B002-4028-8803-6B891B4F8070}" type="datetimeFigureOut">
              <a:rPr lang="en-US" smtClean="0"/>
              <a:t>6/5/2026</a:t>
            </a:fld>
            <a:endParaRPr lang="en-US"/>
          </a:p>
        </p:txBody>
      </p:sp>
      <p:sp>
        <p:nvSpPr>
          <p:cNvPr id="4" name="Footer Placeholder 3">
            <a:extLst>
              <a:ext uri="{FF2B5EF4-FFF2-40B4-BE49-F238E27FC236}">
                <a16:creationId xmlns:a16="http://schemas.microsoft.com/office/drawing/2014/main" id="{F3CB9049-D4EE-07F8-AADB-C8F76F2558A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164EAC3-E438-1785-D1AF-8827E28FB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692E12-4762-4419-9405-D30B63040291}" type="slidenum">
              <a:rPr lang="en-US" smtClean="0"/>
              <a:t>‹#›</a:t>
            </a:fld>
            <a:endParaRPr lang="en-US"/>
          </a:p>
        </p:txBody>
      </p:sp>
    </p:spTree>
    <p:extLst>
      <p:ext uri="{BB962C8B-B14F-4D97-AF65-F5344CB8AC3E}">
        <p14:creationId xmlns:p14="http://schemas.microsoft.com/office/powerpoint/2010/main" val="10093281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E7B60-32ED-452A-B12B-2BA2154A076E}"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94F37-F4A9-4D68-A7DB-5587641BA7FC}" type="slidenum">
              <a:rPr lang="en-US" smtClean="0"/>
              <a:t>‹#›</a:t>
            </a:fld>
            <a:endParaRPr lang="en-US"/>
          </a:p>
        </p:txBody>
      </p:sp>
    </p:spTree>
    <p:extLst>
      <p:ext uri="{BB962C8B-B14F-4D97-AF65-F5344CB8AC3E}">
        <p14:creationId xmlns:p14="http://schemas.microsoft.com/office/powerpoint/2010/main" val="4248353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2A0609-AEBD-49E2-8FC3-E28FC0D8ECE2}" type="slidenum">
              <a:rPr lang="en-US" smtClean="0"/>
              <a:t>1</a:t>
            </a:fld>
            <a:endParaRPr lang="en-US"/>
          </a:p>
        </p:txBody>
      </p:sp>
    </p:spTree>
    <p:extLst>
      <p:ext uri="{BB962C8B-B14F-4D97-AF65-F5344CB8AC3E}">
        <p14:creationId xmlns:p14="http://schemas.microsoft.com/office/powerpoint/2010/main" val="1183049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Order of these could change if desired/makes sense for narrative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They can ask for specific lifeline considerations - which are somewhat custom slides, but will follow a similar structure/style as all others</a:t>
            </a:r>
          </a:p>
          <a:p>
            <a:endParaRPr lang="en-US" dirty="0"/>
          </a:p>
        </p:txBody>
      </p:sp>
      <p:sp>
        <p:nvSpPr>
          <p:cNvPr id="4" name="Slide Number Placeholder 3"/>
          <p:cNvSpPr>
            <a:spLocks noGrp="1"/>
          </p:cNvSpPr>
          <p:nvPr>
            <p:ph type="sldNum" sz="quarter" idx="5"/>
          </p:nvPr>
        </p:nvSpPr>
        <p:spPr/>
        <p:txBody>
          <a:bodyPr/>
          <a:lstStyle/>
          <a:p>
            <a:fld id="{40E94F37-F4A9-4D68-A7DB-5587641BA7FC}" type="slidenum">
              <a:rPr lang="en-US" smtClean="0"/>
              <a:t>2</a:t>
            </a:fld>
            <a:endParaRPr lang="en-US"/>
          </a:p>
        </p:txBody>
      </p:sp>
    </p:spTree>
    <p:extLst>
      <p:ext uri="{BB962C8B-B14F-4D97-AF65-F5344CB8AC3E}">
        <p14:creationId xmlns:p14="http://schemas.microsoft.com/office/powerpoint/2010/main" val="1394240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F432-D911-EE00-E1CF-0E91657AE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62208-D868-63AC-5409-CBC56CD01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90C69-951F-3053-A68A-B9CC50F70B56}"/>
              </a:ext>
            </a:extLst>
          </p:cNvPr>
          <p:cNvSpPr>
            <a:spLocks noGrp="1"/>
          </p:cNvSpPr>
          <p:nvPr>
            <p:ph type="body" idx="1"/>
          </p:nvPr>
        </p:nvSpPr>
        <p:spPr/>
        <p:txBody>
          <a:bodyPr/>
          <a:lstStyle/>
          <a:p>
            <a:r>
              <a:rPr lang="en-US" dirty="0"/>
              <a:t>Should answer: </a:t>
            </a:r>
          </a:p>
          <a:p>
            <a:pPr marL="228600" indent="-228600">
              <a:buAutoNum type="arabicPeriod"/>
            </a:pPr>
            <a:r>
              <a:rPr lang="en-US" sz="1200" b="0" i="0" kern="1200" dirty="0">
                <a:solidFill>
                  <a:schemeClr val="tx1"/>
                </a:solidFill>
                <a:effectLst/>
                <a:latin typeface="+mn-lt"/>
                <a:ea typeface="+mn-ea"/>
                <a:cs typeface="+mn-cs"/>
              </a:rPr>
              <a:t>What are the national/global-level economic/supply chain impacts of an incident?</a:t>
            </a:r>
          </a:p>
          <a:p>
            <a:pPr marL="228600" indent="-228600">
              <a:buAutoNum type="arabicPeriod"/>
            </a:pPr>
            <a:r>
              <a:rPr lang="en-US" sz="1200" b="0" i="0" kern="1200" dirty="0">
                <a:solidFill>
                  <a:schemeClr val="tx1"/>
                </a:solidFill>
                <a:effectLst/>
                <a:latin typeface="+mn-lt"/>
                <a:ea typeface="+mn-ea"/>
                <a:cs typeface="+mn-cs"/>
              </a:rPr>
              <a:t>What national and global economic/supply chain impacts should FEMA senior-leadership be aware of resulting from this incident?</a:t>
            </a:r>
          </a:p>
          <a:p>
            <a:pPr marL="228600" indent="-228600">
              <a:buAutoNum type="arabicPeriod"/>
            </a:pPr>
            <a:r>
              <a:rPr lang="en-US" sz="1200" b="0" i="0" kern="1200" dirty="0">
                <a:solidFill>
                  <a:schemeClr val="tx1"/>
                </a:solidFill>
                <a:effectLst/>
                <a:latin typeface="+mn-lt"/>
                <a:ea typeface="+mn-ea"/>
                <a:cs typeface="+mn-cs"/>
              </a:rPr>
              <a:t>What are the economic/industry interdependencies of a threat/hazard situation?</a:t>
            </a:r>
          </a:p>
          <a:p>
            <a:pPr marL="0" indent="0">
              <a:buNone/>
            </a:pPr>
            <a:endParaRPr lang="en-US" dirty="0"/>
          </a:p>
        </p:txBody>
      </p:sp>
      <p:sp>
        <p:nvSpPr>
          <p:cNvPr id="4" name="Slide Number Placeholder 3">
            <a:extLst>
              <a:ext uri="{FF2B5EF4-FFF2-40B4-BE49-F238E27FC236}">
                <a16:creationId xmlns:a16="http://schemas.microsoft.com/office/drawing/2014/main" id="{2BC6069E-0157-B67D-5968-98736856674E}"/>
              </a:ext>
            </a:extLst>
          </p:cNvPr>
          <p:cNvSpPr>
            <a:spLocks noGrp="1"/>
          </p:cNvSpPr>
          <p:nvPr>
            <p:ph type="sldNum" sz="quarter" idx="5"/>
          </p:nvPr>
        </p:nvSpPr>
        <p:spPr/>
        <p:txBody>
          <a:bodyPr/>
          <a:lstStyle/>
          <a:p>
            <a:fld id="{40E94F37-F4A9-4D68-A7DB-5587641BA7FC}" type="slidenum">
              <a:rPr lang="en-US" smtClean="0"/>
              <a:t>3</a:t>
            </a:fld>
            <a:endParaRPr lang="en-US"/>
          </a:p>
        </p:txBody>
      </p:sp>
    </p:spTree>
    <p:extLst>
      <p:ext uri="{BB962C8B-B14F-4D97-AF65-F5344CB8AC3E}">
        <p14:creationId xmlns:p14="http://schemas.microsoft.com/office/powerpoint/2010/main" val="207636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4F540-6735-1F8E-9654-E7163BB5E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A0CC8-CF1F-9632-B705-382602C60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45823-D502-5FDA-0FE1-9D057B2A71E3}"/>
              </a:ext>
            </a:extLst>
          </p:cNvPr>
          <p:cNvSpPr>
            <a:spLocks noGrp="1"/>
          </p:cNvSpPr>
          <p:nvPr>
            <p:ph type="body" idx="1"/>
          </p:nvPr>
        </p:nvSpPr>
        <p:spPr/>
        <p:txBody>
          <a:bodyPr/>
          <a:lstStyle/>
          <a:p>
            <a:r>
              <a:rPr lang="en-US" dirty="0"/>
              <a:t>Should Answer: What is the footprint and severity of a hazard/disaster? – defines our AOI</a:t>
            </a:r>
          </a:p>
        </p:txBody>
      </p:sp>
      <p:sp>
        <p:nvSpPr>
          <p:cNvPr id="4" name="Slide Number Placeholder 3">
            <a:extLst>
              <a:ext uri="{FF2B5EF4-FFF2-40B4-BE49-F238E27FC236}">
                <a16:creationId xmlns:a16="http://schemas.microsoft.com/office/drawing/2014/main" id="{19593753-5407-8771-4644-BA9B3EDA9795}"/>
              </a:ext>
            </a:extLst>
          </p:cNvPr>
          <p:cNvSpPr>
            <a:spLocks noGrp="1"/>
          </p:cNvSpPr>
          <p:nvPr>
            <p:ph type="sldNum" sz="quarter" idx="5"/>
          </p:nvPr>
        </p:nvSpPr>
        <p:spPr/>
        <p:txBody>
          <a:bodyPr/>
          <a:lstStyle/>
          <a:p>
            <a:fld id="{40E94F37-F4A9-4D68-A7DB-5587641BA7FC}" type="slidenum">
              <a:rPr lang="en-US" smtClean="0"/>
              <a:t>4</a:t>
            </a:fld>
            <a:endParaRPr lang="en-US"/>
          </a:p>
        </p:txBody>
      </p:sp>
    </p:spTree>
    <p:extLst>
      <p:ext uri="{BB962C8B-B14F-4D97-AF65-F5344CB8AC3E}">
        <p14:creationId xmlns:p14="http://schemas.microsoft.com/office/powerpoint/2010/main" val="827815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F3BFF-DE12-BB75-2093-17C30EBA6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6AD8D-D2EE-1E16-E55F-507BB2030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582DB-35D0-219D-C16E-1015421A2CA9}"/>
              </a:ext>
            </a:extLst>
          </p:cNvPr>
          <p:cNvSpPr>
            <a:spLocks noGrp="1"/>
          </p:cNvSpPr>
          <p:nvPr>
            <p:ph type="body" idx="1"/>
          </p:nvPr>
        </p:nvSpPr>
        <p:spPr/>
        <p:txBody>
          <a:bodyPr/>
          <a:lstStyle/>
          <a:p>
            <a:pPr rtl="0"/>
            <a:endParaRPr lang="en-US" dirty="0">
              <a:highlight>
                <a:srgbClr val="FFFF00"/>
              </a:highlight>
            </a:endParaRPr>
          </a:p>
        </p:txBody>
      </p:sp>
      <p:sp>
        <p:nvSpPr>
          <p:cNvPr id="4" name="Slide Number Placeholder 3">
            <a:extLst>
              <a:ext uri="{FF2B5EF4-FFF2-40B4-BE49-F238E27FC236}">
                <a16:creationId xmlns:a16="http://schemas.microsoft.com/office/drawing/2014/main" id="{23F9B397-76CC-D1AF-3643-FB9E427FAF56}"/>
              </a:ext>
            </a:extLst>
          </p:cNvPr>
          <p:cNvSpPr>
            <a:spLocks noGrp="1"/>
          </p:cNvSpPr>
          <p:nvPr>
            <p:ph type="sldNum" sz="quarter" idx="5"/>
          </p:nvPr>
        </p:nvSpPr>
        <p:spPr/>
        <p:txBody>
          <a:bodyPr/>
          <a:lstStyle/>
          <a:p>
            <a:fld id="{40E94F37-F4A9-4D68-A7DB-5587641BA7FC}" type="slidenum">
              <a:rPr lang="en-US" smtClean="0"/>
              <a:t>6</a:t>
            </a:fld>
            <a:endParaRPr lang="en-US"/>
          </a:p>
        </p:txBody>
      </p:sp>
    </p:spTree>
    <p:extLst>
      <p:ext uri="{BB962C8B-B14F-4D97-AF65-F5344CB8AC3E}">
        <p14:creationId xmlns:p14="http://schemas.microsoft.com/office/powerpoint/2010/main" val="1303923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C1F35-600C-6449-49B2-2AC39B4E8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3C8EF-E7BF-6664-E477-13D7BF990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2AEF6-6F0F-1E1B-B487-074509B8F02F}"/>
              </a:ext>
            </a:extLst>
          </p:cNvPr>
          <p:cNvSpPr>
            <a:spLocks noGrp="1"/>
          </p:cNvSpPr>
          <p:nvPr>
            <p:ph type="body" idx="1"/>
          </p:nvPr>
        </p:nvSpPr>
        <p:spPr/>
        <p:txBody>
          <a:bodyPr/>
          <a:lstStyle/>
          <a:p>
            <a:r>
              <a:rPr lang="en-US" dirty="0"/>
              <a:t>Should Answer: </a:t>
            </a:r>
            <a:r>
              <a:rPr lang="en-US" sz="1200" b="0" i="0" kern="1200" dirty="0">
                <a:solidFill>
                  <a:schemeClr val="tx1"/>
                </a:solidFill>
                <a:effectLst/>
                <a:latin typeface="+mn-lt"/>
                <a:ea typeface="+mn-ea"/>
                <a:cs typeface="+mn-cs"/>
              </a:rPr>
              <a:t>What industries are concentrated in the area of impact that could have national security or widespread economic implications?</a:t>
            </a:r>
            <a:endParaRPr lang="en-US" dirty="0"/>
          </a:p>
        </p:txBody>
      </p:sp>
      <p:sp>
        <p:nvSpPr>
          <p:cNvPr id="4" name="Slide Number Placeholder 3">
            <a:extLst>
              <a:ext uri="{FF2B5EF4-FFF2-40B4-BE49-F238E27FC236}">
                <a16:creationId xmlns:a16="http://schemas.microsoft.com/office/drawing/2014/main" id="{CE9627F9-141E-40ED-6486-80E4E3973BF2}"/>
              </a:ext>
            </a:extLst>
          </p:cNvPr>
          <p:cNvSpPr>
            <a:spLocks noGrp="1"/>
          </p:cNvSpPr>
          <p:nvPr>
            <p:ph type="sldNum" sz="quarter" idx="5"/>
          </p:nvPr>
        </p:nvSpPr>
        <p:spPr/>
        <p:txBody>
          <a:bodyPr/>
          <a:lstStyle/>
          <a:p>
            <a:fld id="{40E94F37-F4A9-4D68-A7DB-5587641BA7FC}" type="slidenum">
              <a:rPr lang="en-US" smtClean="0"/>
              <a:t>7</a:t>
            </a:fld>
            <a:endParaRPr lang="en-US"/>
          </a:p>
        </p:txBody>
      </p:sp>
    </p:spTree>
    <p:extLst>
      <p:ext uri="{BB962C8B-B14F-4D97-AF65-F5344CB8AC3E}">
        <p14:creationId xmlns:p14="http://schemas.microsoft.com/office/powerpoint/2010/main" val="383824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4D952-C862-A18F-73C5-55177C6DC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9B732-EE87-BEEE-7152-74BEEFFC9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7411E-6A88-13FF-C569-5F537020EA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Should Answer: </a:t>
            </a:r>
            <a:r>
              <a:rPr lang="en-US" sz="1200" b="0" i="0" kern="1200" dirty="0">
                <a:solidFill>
                  <a:schemeClr val="tx1"/>
                </a:solidFill>
                <a:effectLst/>
                <a:latin typeface="+mn-lt"/>
                <a:ea typeface="+mn-ea"/>
                <a:cs typeface="+mn-cs"/>
              </a:rPr>
              <a:t>What industries are concentrated in the area of impact that could have national security or widespread economic implications?</a:t>
            </a:r>
            <a:endParaRPr lang="en-US" dirty="0"/>
          </a:p>
        </p:txBody>
      </p:sp>
      <p:sp>
        <p:nvSpPr>
          <p:cNvPr id="4" name="Slide Number Placeholder 3">
            <a:extLst>
              <a:ext uri="{FF2B5EF4-FFF2-40B4-BE49-F238E27FC236}">
                <a16:creationId xmlns:a16="http://schemas.microsoft.com/office/drawing/2014/main" id="{85BA8425-32E0-7B89-8590-EB947725855B}"/>
              </a:ext>
            </a:extLst>
          </p:cNvPr>
          <p:cNvSpPr>
            <a:spLocks noGrp="1"/>
          </p:cNvSpPr>
          <p:nvPr>
            <p:ph type="sldNum" sz="quarter" idx="5"/>
          </p:nvPr>
        </p:nvSpPr>
        <p:spPr/>
        <p:txBody>
          <a:bodyPr/>
          <a:lstStyle/>
          <a:p>
            <a:fld id="{40E94F37-F4A9-4D68-A7DB-5587641BA7FC}" type="slidenum">
              <a:rPr lang="en-US" smtClean="0"/>
              <a:t>8</a:t>
            </a:fld>
            <a:endParaRPr lang="en-US"/>
          </a:p>
        </p:txBody>
      </p:sp>
    </p:spTree>
    <p:extLst>
      <p:ext uri="{BB962C8B-B14F-4D97-AF65-F5344CB8AC3E}">
        <p14:creationId xmlns:p14="http://schemas.microsoft.com/office/powerpoint/2010/main" val="1252709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37321-1881-B5D3-547A-06B97EC79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9306D-D35E-56E3-2B2A-43672202D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780D9-1438-D3A4-19B9-804462F4EF2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Should Answer: What goods generally flow through (or originate and terminate in) the impacted area? What freight modes are used?</a:t>
            </a:r>
            <a:endParaRPr lang="en-US" dirty="0"/>
          </a:p>
        </p:txBody>
      </p:sp>
      <p:sp>
        <p:nvSpPr>
          <p:cNvPr id="4" name="Slide Number Placeholder 3">
            <a:extLst>
              <a:ext uri="{FF2B5EF4-FFF2-40B4-BE49-F238E27FC236}">
                <a16:creationId xmlns:a16="http://schemas.microsoft.com/office/drawing/2014/main" id="{BD564571-DAB2-68D1-4AD9-38ADEC7F5A22}"/>
              </a:ext>
            </a:extLst>
          </p:cNvPr>
          <p:cNvSpPr>
            <a:spLocks noGrp="1"/>
          </p:cNvSpPr>
          <p:nvPr>
            <p:ph type="sldNum" sz="quarter" idx="5"/>
          </p:nvPr>
        </p:nvSpPr>
        <p:spPr/>
        <p:txBody>
          <a:bodyPr/>
          <a:lstStyle/>
          <a:p>
            <a:fld id="{40E94F37-F4A9-4D68-A7DB-5587641BA7FC}" type="slidenum">
              <a:rPr lang="en-US" smtClean="0"/>
              <a:t>9</a:t>
            </a:fld>
            <a:endParaRPr lang="en-US"/>
          </a:p>
        </p:txBody>
      </p:sp>
    </p:spTree>
    <p:extLst>
      <p:ext uri="{BB962C8B-B14F-4D97-AF65-F5344CB8AC3E}">
        <p14:creationId xmlns:p14="http://schemas.microsoft.com/office/powerpoint/2010/main" val="763370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32A65-97F2-A2D8-0DDB-D13347293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03991-7D84-3263-A86F-7EC7E4963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03A64-39A0-0154-2FBE-6BE1F5A79F8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Should Answer: What forecasted impacts can the U.S. national economy expect over the next 3 days, 2 weeks, and 3 months as a result of this incident?</a:t>
            </a:r>
            <a:endParaRPr lang="en-US" dirty="0"/>
          </a:p>
        </p:txBody>
      </p:sp>
      <p:sp>
        <p:nvSpPr>
          <p:cNvPr id="4" name="Slide Number Placeholder 3">
            <a:extLst>
              <a:ext uri="{FF2B5EF4-FFF2-40B4-BE49-F238E27FC236}">
                <a16:creationId xmlns:a16="http://schemas.microsoft.com/office/drawing/2014/main" id="{365BB69C-298D-6390-7D1B-2B604F67AA39}"/>
              </a:ext>
            </a:extLst>
          </p:cNvPr>
          <p:cNvSpPr>
            <a:spLocks noGrp="1"/>
          </p:cNvSpPr>
          <p:nvPr>
            <p:ph type="sldNum" sz="quarter" idx="5"/>
          </p:nvPr>
        </p:nvSpPr>
        <p:spPr/>
        <p:txBody>
          <a:bodyPr/>
          <a:lstStyle/>
          <a:p>
            <a:fld id="{40E94F37-F4A9-4D68-A7DB-5587641BA7FC}" type="slidenum">
              <a:rPr lang="en-US" smtClean="0"/>
              <a:t>10</a:t>
            </a:fld>
            <a:endParaRPr lang="en-US"/>
          </a:p>
        </p:txBody>
      </p:sp>
    </p:spTree>
    <p:extLst>
      <p:ext uri="{BB962C8B-B14F-4D97-AF65-F5344CB8AC3E}">
        <p14:creationId xmlns:p14="http://schemas.microsoft.com/office/powerpoint/2010/main" val="2361360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D734D-5EC5-7A79-19AD-C2CCF14A5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12764-BE7E-20D3-8F84-412D290E9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EF1C9-808E-C2D7-7762-E019DD699C39}"/>
              </a:ext>
            </a:extLst>
          </p:cNvPr>
          <p:cNvSpPr>
            <a:spLocks noGrp="1"/>
          </p:cNvSpPr>
          <p:nvPr>
            <p:ph type="body" idx="1"/>
          </p:nvPr>
        </p:nvSpPr>
        <p:spPr/>
        <p:txBody>
          <a:bodyPr/>
          <a:lstStyle/>
          <a:p>
            <a:r>
              <a:rPr lang="en-US" dirty="0"/>
              <a:t>Should Answer: </a:t>
            </a:r>
            <a:r>
              <a:rPr lang="en-US" sz="1200" b="0" i="0" kern="1200" dirty="0">
                <a:solidFill>
                  <a:schemeClr val="tx1"/>
                </a:solidFill>
                <a:effectLst/>
                <a:latin typeface="+mn-lt"/>
                <a:ea typeface="+mn-ea"/>
                <a:cs typeface="+mn-cs"/>
              </a:rPr>
              <a:t>Are there any notable socio-economic indicators relevant to the population impacted by a given incident?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Need to look into updating demographic data &amp; name any limitations – especially with territories</a:t>
            </a:r>
            <a:endParaRPr lang="en-US" dirty="0"/>
          </a:p>
        </p:txBody>
      </p:sp>
      <p:sp>
        <p:nvSpPr>
          <p:cNvPr id="4" name="Slide Number Placeholder 3">
            <a:extLst>
              <a:ext uri="{FF2B5EF4-FFF2-40B4-BE49-F238E27FC236}">
                <a16:creationId xmlns:a16="http://schemas.microsoft.com/office/drawing/2014/main" id="{AC155A5B-017C-633A-00EF-41CC29FC513F}"/>
              </a:ext>
            </a:extLst>
          </p:cNvPr>
          <p:cNvSpPr>
            <a:spLocks noGrp="1"/>
          </p:cNvSpPr>
          <p:nvPr>
            <p:ph type="sldNum" sz="quarter" idx="5"/>
          </p:nvPr>
        </p:nvSpPr>
        <p:spPr/>
        <p:txBody>
          <a:bodyPr/>
          <a:lstStyle/>
          <a:p>
            <a:fld id="{40E94F37-F4A9-4D68-A7DB-5587641BA7FC}" type="slidenum">
              <a:rPr lang="en-US" smtClean="0"/>
              <a:t>11</a:t>
            </a:fld>
            <a:endParaRPr lang="en-US"/>
          </a:p>
        </p:txBody>
      </p:sp>
    </p:spTree>
    <p:extLst>
      <p:ext uri="{BB962C8B-B14F-4D97-AF65-F5344CB8AC3E}">
        <p14:creationId xmlns:p14="http://schemas.microsoft.com/office/powerpoint/2010/main" val="1577329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F4595-2BAD-F975-1555-FB151BC3C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7E183-622F-9BAA-8F2F-AF98FC7D6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5E948-22F6-7458-4661-C5798C68C1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3568B9-43B7-750D-085C-DC6D1F3674AE}"/>
              </a:ext>
            </a:extLst>
          </p:cNvPr>
          <p:cNvSpPr>
            <a:spLocks noGrp="1"/>
          </p:cNvSpPr>
          <p:nvPr>
            <p:ph type="sldNum" sz="quarter" idx="5"/>
          </p:nvPr>
        </p:nvSpPr>
        <p:spPr/>
        <p:txBody>
          <a:bodyPr/>
          <a:lstStyle/>
          <a:p>
            <a:fld id="{40E94F37-F4A9-4D68-A7DB-5587641BA7FC}" type="slidenum">
              <a:rPr lang="en-US" smtClean="0"/>
              <a:t>13</a:t>
            </a:fld>
            <a:endParaRPr lang="en-US"/>
          </a:p>
        </p:txBody>
      </p:sp>
    </p:spTree>
    <p:extLst>
      <p:ext uri="{BB962C8B-B14F-4D97-AF65-F5344CB8AC3E}">
        <p14:creationId xmlns:p14="http://schemas.microsoft.com/office/powerpoint/2010/main" val="608954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0B9F23-FC0F-C3BD-202A-627C50EA2A35}"/>
              </a:ext>
            </a:extLst>
          </p:cNvPr>
          <p:cNvSpPr/>
          <p:nvPr userDrawn="1"/>
        </p:nvSpPr>
        <p:spPr>
          <a:xfrm>
            <a:off x="0" y="-2"/>
            <a:ext cx="12192000" cy="6858001"/>
          </a:xfrm>
          <a:prstGeom prst="rect">
            <a:avLst/>
          </a:prstGeom>
          <a:solidFill>
            <a:srgbClr val="003D6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9" name="Title 2">
            <a:extLst>
              <a:ext uri="{FF2B5EF4-FFF2-40B4-BE49-F238E27FC236}">
                <a16:creationId xmlns:a16="http://schemas.microsoft.com/office/drawing/2014/main" id="{725A2850-52BB-81ED-890C-DD762F25E87E}"/>
              </a:ext>
            </a:extLst>
          </p:cNvPr>
          <p:cNvSpPr>
            <a:spLocks noGrp="1"/>
          </p:cNvSpPr>
          <p:nvPr>
            <p:ph type="title" hasCustomPrompt="1"/>
          </p:nvPr>
        </p:nvSpPr>
        <p:spPr>
          <a:xfrm>
            <a:off x="685800" y="2083093"/>
            <a:ext cx="10820400" cy="1246472"/>
          </a:xfrm>
          <a:prstGeom prst="rect">
            <a:avLst/>
          </a:prstGeom>
        </p:spPr>
        <p:txBody>
          <a:bodyPr>
            <a:noAutofit/>
          </a:bodyPr>
          <a:lstStyle>
            <a:lvl1pPr>
              <a:lnSpc>
                <a:spcPts val="5400"/>
              </a:lnSpc>
              <a:defRPr sz="5400" b="0">
                <a:solidFill>
                  <a:schemeClr val="bg1"/>
                </a:solidFill>
                <a:latin typeface="Franklin Gothic Heavy" panose="020B0903020102020204" pitchFamily="34" charset="0"/>
                <a:cs typeface="Arial"/>
              </a:defRPr>
            </a:lvl1pPr>
          </a:lstStyle>
          <a:p>
            <a:r>
              <a:rPr lang="en-US" dirty="0"/>
              <a:t>UPDATE TITLE GOES HERE: Hazard &amp; AOI</a:t>
            </a:r>
          </a:p>
        </p:txBody>
      </p:sp>
      <p:cxnSp>
        <p:nvCxnSpPr>
          <p:cNvPr id="13" name="Straight Connector 12">
            <a:extLst>
              <a:ext uri="{FF2B5EF4-FFF2-40B4-BE49-F238E27FC236}">
                <a16:creationId xmlns:a16="http://schemas.microsoft.com/office/drawing/2014/main" id="{6B5201C8-7CAA-7C42-838D-C5DE0E04D695}"/>
              </a:ext>
            </a:extLst>
          </p:cNvPr>
          <p:cNvCxnSpPr>
            <a:cxnSpLocks/>
          </p:cNvCxnSpPr>
          <p:nvPr userDrawn="1"/>
        </p:nvCxnSpPr>
        <p:spPr>
          <a:xfrm>
            <a:off x="685799" y="3627842"/>
            <a:ext cx="10820401" cy="0"/>
          </a:xfrm>
          <a:prstGeom prst="line">
            <a:avLst/>
          </a:prstGeom>
          <a:ln w="76200">
            <a:solidFill>
              <a:srgbClr val="3D98C1"/>
            </a:solidFill>
          </a:ln>
          <a:effectLst/>
        </p:spPr>
        <p:style>
          <a:lnRef idx="2">
            <a:schemeClr val="accent1"/>
          </a:lnRef>
          <a:fillRef idx="0">
            <a:schemeClr val="accent1"/>
          </a:fillRef>
          <a:effectRef idx="1">
            <a:schemeClr val="accent1"/>
          </a:effectRef>
          <a:fontRef idx="minor">
            <a:schemeClr val="tx1"/>
          </a:fontRef>
        </p:style>
      </p:cxnSp>
      <p:pic>
        <p:nvPicPr>
          <p:cNvPr id="4" name="Picture 3" descr="A picture containing qr code&#10;&#10;Description automatically generated">
            <a:extLst>
              <a:ext uri="{FF2B5EF4-FFF2-40B4-BE49-F238E27FC236}">
                <a16:creationId xmlns:a16="http://schemas.microsoft.com/office/drawing/2014/main" id="{7FF45BEC-92F7-F6C6-B39B-3464B35D9482}"/>
              </a:ext>
            </a:extLst>
          </p:cNvPr>
          <p:cNvPicPr>
            <a:picLocks noChangeAspect="1"/>
          </p:cNvPicPr>
          <p:nvPr userDrawn="1"/>
        </p:nvPicPr>
        <p:blipFill>
          <a:blip r:embed="rId2"/>
          <a:stretch>
            <a:fillRect/>
          </a:stretch>
        </p:blipFill>
        <p:spPr>
          <a:xfrm>
            <a:off x="656393" y="5007043"/>
            <a:ext cx="3317421" cy="1174497"/>
          </a:xfrm>
          <a:prstGeom prst="rect">
            <a:avLst/>
          </a:prstGeom>
        </p:spPr>
      </p:pic>
      <p:sp>
        <p:nvSpPr>
          <p:cNvPr id="2" name="Rectangle 1">
            <a:extLst>
              <a:ext uri="{FF2B5EF4-FFF2-40B4-BE49-F238E27FC236}">
                <a16:creationId xmlns:a16="http://schemas.microsoft.com/office/drawing/2014/main" id="{93B3D32C-DE4D-73CB-751A-A5A1ECE540DA}"/>
              </a:ext>
            </a:extLst>
          </p:cNvPr>
          <p:cNvSpPr/>
          <p:nvPr userDrawn="1"/>
        </p:nvSpPr>
        <p:spPr>
          <a:xfrm rot="16200000">
            <a:off x="1737360" y="-1055493"/>
            <a:ext cx="457200" cy="2560320"/>
          </a:xfrm>
          <a:prstGeom prst="rect">
            <a:avLst/>
          </a:prstGeom>
          <a:solidFill>
            <a:srgbClr val="D24B6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Date Placeholder 2">
            <a:extLst>
              <a:ext uri="{FF2B5EF4-FFF2-40B4-BE49-F238E27FC236}">
                <a16:creationId xmlns:a16="http://schemas.microsoft.com/office/drawing/2014/main" id="{A35269F5-FAA3-C49C-62BD-8CAC4670103C}"/>
              </a:ext>
            </a:extLst>
          </p:cNvPr>
          <p:cNvSpPr>
            <a:spLocks noGrp="1"/>
          </p:cNvSpPr>
          <p:nvPr>
            <p:ph type="dt" sz="half" idx="13"/>
          </p:nvPr>
        </p:nvSpPr>
        <p:spPr>
          <a:xfrm>
            <a:off x="1155357" y="51218"/>
            <a:ext cx="1711412" cy="365125"/>
          </a:xfrm>
        </p:spPr>
        <p:txBody>
          <a:bodyPr/>
          <a:lstStyle>
            <a:lvl1pPr>
              <a:defRPr>
                <a:solidFill>
                  <a:schemeClr val="bg1"/>
                </a:solidFill>
              </a:defRPr>
            </a:lvl1pPr>
          </a:lstStyle>
          <a:p>
            <a:r>
              <a:rPr lang="en-US" dirty="0"/>
              <a:t>Date: Day Month Year</a:t>
            </a:r>
          </a:p>
        </p:txBody>
      </p:sp>
      <p:sp>
        <p:nvSpPr>
          <p:cNvPr id="6" name="Slide Number Placeholder 4">
            <a:extLst>
              <a:ext uri="{FF2B5EF4-FFF2-40B4-BE49-F238E27FC236}">
                <a16:creationId xmlns:a16="http://schemas.microsoft.com/office/drawing/2014/main" id="{49FD57AD-F56C-E94E-3C9D-4931F1628332}"/>
              </a:ext>
            </a:extLst>
          </p:cNvPr>
          <p:cNvSpPr txBox="1">
            <a:spLocks/>
          </p:cNvSpPr>
          <p:nvPr userDrawn="1"/>
        </p:nvSpPr>
        <p:spPr>
          <a:xfrm>
            <a:off x="8945882" y="8814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bg1"/>
              </a:solidFill>
            </a:endParaRPr>
          </a:p>
        </p:txBody>
      </p:sp>
      <p:sp>
        <p:nvSpPr>
          <p:cNvPr id="5" name="TextBox 4">
            <a:extLst>
              <a:ext uri="{FF2B5EF4-FFF2-40B4-BE49-F238E27FC236}">
                <a16:creationId xmlns:a16="http://schemas.microsoft.com/office/drawing/2014/main" id="{7210DA3E-A187-1A94-0578-187910C05BD7}"/>
              </a:ext>
            </a:extLst>
          </p:cNvPr>
          <p:cNvSpPr txBox="1"/>
          <p:nvPr userDrawn="1"/>
        </p:nvSpPr>
        <p:spPr>
          <a:xfrm>
            <a:off x="4694934" y="4960909"/>
            <a:ext cx="7186405" cy="1277273"/>
          </a:xfrm>
          <a:prstGeom prst="rect">
            <a:avLst/>
          </a:prstGeom>
          <a:noFill/>
        </p:spPr>
        <p:txBody>
          <a:bodyPr wrap="square">
            <a:spAutoFit/>
          </a:bodyPr>
          <a:lstStyle/>
          <a:p>
            <a:r>
              <a:rPr lang="en-US" sz="1100" dirty="0">
                <a:solidFill>
                  <a:schemeClr val="bg1"/>
                </a:solidFill>
              </a:rPr>
              <a:t>This document is FOR OFFICIAL USE ONLY (FOUO) and may contain PRIVACY SENSITIVE information. It is to be controlled, stored, handled, transmitted, distributed, and disposed of in accordance with DHS policy relating to FOUO information. This information shall not be distributed beyond the original addresses without prior authorization of the originator. This communication, along with any attachments, is covered by Federal and State law governing electronic communications and may contain restricted and legally privileged information. If the reader of this message is not the intended recipient, you are hereby notified that any dissemination, distribution, use or copying of this message is strictly prohibited. If you have received this in error, please reply immediately to the sender and delete this message.</a:t>
            </a:r>
          </a:p>
        </p:txBody>
      </p:sp>
      <p:sp>
        <p:nvSpPr>
          <p:cNvPr id="10" name="TextBox 9">
            <a:extLst>
              <a:ext uri="{FF2B5EF4-FFF2-40B4-BE49-F238E27FC236}">
                <a16:creationId xmlns:a16="http://schemas.microsoft.com/office/drawing/2014/main" id="{CDE4DE35-B9D8-EC70-52FD-5FD6C8C33243}"/>
              </a:ext>
            </a:extLst>
          </p:cNvPr>
          <p:cNvSpPr txBox="1"/>
          <p:nvPr userDrawn="1"/>
        </p:nvSpPr>
        <p:spPr>
          <a:xfrm>
            <a:off x="9241506" y="110357"/>
            <a:ext cx="2926079"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sz="1400" dirty="0">
                <a:latin typeface="+mn-lt"/>
              </a:rPr>
              <a:t>FOUO (For Official Use Only)</a:t>
            </a:r>
          </a:p>
        </p:txBody>
      </p:sp>
      <p:sp>
        <p:nvSpPr>
          <p:cNvPr id="12" name="Text Placeholder 5">
            <a:extLst>
              <a:ext uri="{FF2B5EF4-FFF2-40B4-BE49-F238E27FC236}">
                <a16:creationId xmlns:a16="http://schemas.microsoft.com/office/drawing/2014/main" id="{5FA99351-F209-DB90-E5EE-61BCB529044A}"/>
              </a:ext>
            </a:extLst>
          </p:cNvPr>
          <p:cNvSpPr>
            <a:spLocks noGrp="1"/>
          </p:cNvSpPr>
          <p:nvPr>
            <p:ph type="body" sz="quarter" idx="10" hasCustomPrompt="1"/>
          </p:nvPr>
        </p:nvSpPr>
        <p:spPr>
          <a:xfrm>
            <a:off x="685799" y="3809938"/>
            <a:ext cx="10820401" cy="410936"/>
          </a:xfrm>
          <a:prstGeom prst="rect">
            <a:avLst/>
          </a:prstGeom>
        </p:spPr>
        <p:txBody>
          <a:bodyPr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a:solidFill>
                  <a:schemeClr val="bg1"/>
                </a:solidFill>
                <a:latin typeface="+mj-lt"/>
                <a:cs typeface="Aria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latin typeface="Franklin Gothic Book" panose="020B0503020102020204" pitchFamily="34" charset="0"/>
              </a:rPr>
              <a:t>Office of Business, Industry, and Infrastructure Integration (OB3I)</a:t>
            </a:r>
          </a:p>
        </p:txBody>
      </p:sp>
      <p:sp>
        <p:nvSpPr>
          <p:cNvPr id="14" name="Text Placeholder 5">
            <a:extLst>
              <a:ext uri="{FF2B5EF4-FFF2-40B4-BE49-F238E27FC236}">
                <a16:creationId xmlns:a16="http://schemas.microsoft.com/office/drawing/2014/main" id="{5CCDB666-005D-1BF6-CF70-083F4BFB18F7}"/>
              </a:ext>
            </a:extLst>
          </p:cNvPr>
          <p:cNvSpPr>
            <a:spLocks noGrp="1"/>
          </p:cNvSpPr>
          <p:nvPr>
            <p:ph type="body" sz="quarter" idx="14" hasCustomPrompt="1"/>
          </p:nvPr>
        </p:nvSpPr>
        <p:spPr>
          <a:xfrm>
            <a:off x="685799" y="4298913"/>
            <a:ext cx="10820401" cy="410936"/>
          </a:xfrm>
          <a:prstGeom prst="rect">
            <a:avLst/>
          </a:prstGeom>
        </p:spPr>
        <p:txBody>
          <a:bodyPr anchor="ctr">
            <a:noAutofit/>
          </a:bodyPr>
          <a:lstStyle>
            <a:lvl1pPr marL="0" indent="0">
              <a:buNone/>
              <a:defRPr sz="2000">
                <a:solidFill>
                  <a:schemeClr val="bg1"/>
                </a:solidFill>
                <a:latin typeface="+mn-lt"/>
                <a:cs typeface="Arial"/>
              </a:defRPr>
            </a:lvl1pPr>
          </a:lstStyle>
          <a:p>
            <a:r>
              <a:rPr lang="en-US" sz="2000" dirty="0"/>
              <a:t>Business Economic Analysis Data (BEAD) Tier 1 Report</a:t>
            </a:r>
          </a:p>
        </p:txBody>
      </p:sp>
    </p:spTree>
    <p:extLst>
      <p:ext uri="{BB962C8B-B14F-4D97-AF65-F5344CB8AC3E}">
        <p14:creationId xmlns:p14="http://schemas.microsoft.com/office/powerpoint/2010/main" val="3690405603"/>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523CFB9-A605-D73C-14F7-65B35DE9543E}"/>
              </a:ext>
            </a:extLst>
          </p:cNvPr>
          <p:cNvSpPr/>
          <p:nvPr userDrawn="1"/>
        </p:nvSpPr>
        <p:spPr>
          <a:xfrm>
            <a:off x="-1" y="0"/>
            <a:ext cx="4165007" cy="6858000"/>
          </a:xfrm>
          <a:prstGeom prst="rect">
            <a:avLst/>
          </a:prstGeom>
          <a:solidFill>
            <a:srgbClr val="003D6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 name="Footer Placeholder 4">
            <a:extLst>
              <a:ext uri="{FF2B5EF4-FFF2-40B4-BE49-F238E27FC236}">
                <a16:creationId xmlns:a16="http://schemas.microsoft.com/office/drawing/2014/main" id="{3B90E6E7-8126-4EC3-7421-A11B87CF614D}"/>
              </a:ext>
            </a:extLst>
          </p:cNvPr>
          <p:cNvSpPr txBox="1">
            <a:spLocks/>
          </p:cNvSpPr>
          <p:nvPr userDrawn="1"/>
        </p:nvSpPr>
        <p:spPr>
          <a:xfrm>
            <a:off x="683237" y="6177180"/>
            <a:ext cx="3840481"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chemeClr val="bg1"/>
                </a:solidFill>
                <a:effectLst/>
                <a:latin typeface="+mj-lt"/>
              </a:rPr>
              <a:t>Helping people before, during and after disasters</a:t>
            </a:r>
            <a:endParaRPr lang="en-US">
              <a:solidFill>
                <a:schemeClr val="bg1"/>
              </a:solidFill>
              <a:latin typeface="+mj-lt"/>
            </a:endParaRPr>
          </a:p>
        </p:txBody>
      </p:sp>
      <p:sp>
        <p:nvSpPr>
          <p:cNvPr id="14" name="Slide Number Placeholder 5">
            <a:extLst>
              <a:ext uri="{FF2B5EF4-FFF2-40B4-BE49-F238E27FC236}">
                <a16:creationId xmlns:a16="http://schemas.microsoft.com/office/drawing/2014/main" id="{EFC3DFAA-635A-5426-C250-E4FBD1CFE1EF}"/>
              </a:ext>
            </a:extLst>
          </p:cNvPr>
          <p:cNvSpPr txBox="1">
            <a:spLocks/>
          </p:cNvSpPr>
          <p:nvPr userDrawn="1"/>
        </p:nvSpPr>
        <p:spPr>
          <a:xfrm>
            <a:off x="10591797" y="6177180"/>
            <a:ext cx="914404"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FEMA.GOV</a:t>
            </a:r>
          </a:p>
        </p:txBody>
      </p:sp>
      <p:cxnSp>
        <p:nvCxnSpPr>
          <p:cNvPr id="15" name="Straight Connector 14">
            <a:extLst>
              <a:ext uri="{FF2B5EF4-FFF2-40B4-BE49-F238E27FC236}">
                <a16:creationId xmlns:a16="http://schemas.microsoft.com/office/drawing/2014/main" id="{673D7143-B41A-9EBF-F743-B49CE0C0915D}"/>
              </a:ext>
            </a:extLst>
          </p:cNvPr>
          <p:cNvCxnSpPr>
            <a:cxnSpLocks/>
          </p:cNvCxnSpPr>
          <p:nvPr userDrawn="1"/>
        </p:nvCxnSpPr>
        <p:spPr>
          <a:xfrm>
            <a:off x="4397188" y="6312051"/>
            <a:ext cx="5962427" cy="0"/>
          </a:xfrm>
          <a:prstGeom prst="line">
            <a:avLst/>
          </a:prstGeom>
          <a:ln w="19050">
            <a:solidFill>
              <a:schemeClr val="bg1"/>
            </a:solidFill>
          </a:ln>
        </p:spPr>
        <p:style>
          <a:lnRef idx="1">
            <a:schemeClr val="accent3"/>
          </a:lnRef>
          <a:fillRef idx="0">
            <a:schemeClr val="accent3"/>
          </a:fillRef>
          <a:effectRef idx="0">
            <a:schemeClr val="accent3"/>
          </a:effectRef>
          <a:fontRef idx="minor">
            <a:schemeClr val="tx1"/>
          </a:fontRef>
        </p:style>
      </p:cxnSp>
      <p:sp>
        <p:nvSpPr>
          <p:cNvPr id="8" name="Title 2">
            <a:extLst>
              <a:ext uri="{FF2B5EF4-FFF2-40B4-BE49-F238E27FC236}">
                <a16:creationId xmlns:a16="http://schemas.microsoft.com/office/drawing/2014/main" id="{C5259B2E-2FEF-A64F-8760-8691A70A60EE}"/>
              </a:ext>
            </a:extLst>
          </p:cNvPr>
          <p:cNvSpPr>
            <a:spLocks noGrp="1"/>
          </p:cNvSpPr>
          <p:nvPr>
            <p:ph type="title" hasCustomPrompt="1"/>
          </p:nvPr>
        </p:nvSpPr>
        <p:spPr>
          <a:xfrm>
            <a:off x="4632799" y="2510103"/>
            <a:ext cx="6873401" cy="1477881"/>
          </a:xfrm>
          <a:prstGeom prst="rect">
            <a:avLst/>
          </a:prstGeom>
        </p:spPr>
        <p:txBody>
          <a:bodyPr>
            <a:noAutofit/>
          </a:bodyPr>
          <a:lstStyle>
            <a:lvl1pPr algn="l">
              <a:defRPr sz="4400" b="0">
                <a:solidFill>
                  <a:schemeClr val="bg1"/>
                </a:solidFill>
                <a:latin typeface="Franklin Gothic Heavy" panose="020B0903020102020204" pitchFamily="34" charset="0"/>
                <a:cs typeface="Arial"/>
              </a:defRPr>
            </a:lvl1pPr>
          </a:lstStyle>
          <a:p>
            <a:r>
              <a:rPr lang="en-US"/>
              <a:t>DIVIDER SLIDE FOR FEMA PRESENTATION</a:t>
            </a:r>
          </a:p>
        </p:txBody>
      </p:sp>
      <p:sp>
        <p:nvSpPr>
          <p:cNvPr id="9" name="Text Placeholder 5">
            <a:extLst>
              <a:ext uri="{FF2B5EF4-FFF2-40B4-BE49-F238E27FC236}">
                <a16:creationId xmlns:a16="http://schemas.microsoft.com/office/drawing/2014/main" id="{F0C131CE-4E30-DE4B-AB8A-A8FD12FA2819}"/>
              </a:ext>
            </a:extLst>
          </p:cNvPr>
          <p:cNvSpPr>
            <a:spLocks noGrp="1"/>
          </p:cNvSpPr>
          <p:nvPr>
            <p:ph type="body" sz="quarter" idx="10" hasCustomPrompt="1"/>
          </p:nvPr>
        </p:nvSpPr>
        <p:spPr>
          <a:xfrm>
            <a:off x="4632799" y="3987984"/>
            <a:ext cx="6873401" cy="359912"/>
          </a:xfrm>
          <a:prstGeom prst="rect">
            <a:avLst/>
          </a:prstGeom>
        </p:spPr>
        <p:txBody>
          <a:bodyPr>
            <a:noAutofit/>
          </a:bodyPr>
          <a:lstStyle>
            <a:lvl1pPr marL="0" indent="0" algn="l">
              <a:buNone/>
              <a:defRPr sz="1800">
                <a:solidFill>
                  <a:schemeClr val="bg1"/>
                </a:solidFill>
                <a:latin typeface="+mj-lt"/>
                <a:cs typeface="Arial"/>
              </a:defRPr>
            </a:lvl1pPr>
          </a:lstStyle>
          <a:p>
            <a:pPr lvl="0"/>
            <a:r>
              <a:rPr lang="en-US"/>
              <a:t>INSERT LOCATION</a:t>
            </a:r>
          </a:p>
        </p:txBody>
      </p:sp>
      <p:sp>
        <p:nvSpPr>
          <p:cNvPr id="16" name="Rectangle 15">
            <a:extLst>
              <a:ext uri="{FF2B5EF4-FFF2-40B4-BE49-F238E27FC236}">
                <a16:creationId xmlns:a16="http://schemas.microsoft.com/office/drawing/2014/main" id="{F315C4A2-142A-0F7E-6AC7-7EFBEB574A50}"/>
              </a:ext>
            </a:extLst>
          </p:cNvPr>
          <p:cNvSpPr/>
          <p:nvPr userDrawn="1"/>
        </p:nvSpPr>
        <p:spPr>
          <a:xfrm>
            <a:off x="4073566" y="2288097"/>
            <a:ext cx="91440" cy="2281806"/>
          </a:xfrm>
          <a:prstGeom prst="rect">
            <a:avLst/>
          </a:prstGeom>
          <a:solidFill>
            <a:srgbClr val="3D98C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Slide Number Placeholder 4">
            <a:extLst>
              <a:ext uri="{FF2B5EF4-FFF2-40B4-BE49-F238E27FC236}">
                <a16:creationId xmlns:a16="http://schemas.microsoft.com/office/drawing/2014/main" id="{C638D6CB-D719-44D8-F10C-3E850E7EC1E0}"/>
              </a:ext>
            </a:extLst>
          </p:cNvPr>
          <p:cNvSpPr txBox="1">
            <a:spLocks/>
          </p:cNvSpPr>
          <p:nvPr userDrawn="1"/>
        </p:nvSpPr>
        <p:spPr>
          <a:xfrm>
            <a:off x="9220197" y="64469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bg1"/>
                </a:solidFill>
              </a:rPr>
              <a:pPr/>
              <a:t>‹#›</a:t>
            </a:fld>
            <a:endParaRPr lang="en-US" dirty="0">
              <a:solidFill>
                <a:schemeClr val="bg1"/>
              </a:solidFill>
            </a:endParaRPr>
          </a:p>
        </p:txBody>
      </p:sp>
      <p:sp>
        <p:nvSpPr>
          <p:cNvPr id="6" name="Footer Placeholder 4">
            <a:extLst>
              <a:ext uri="{FF2B5EF4-FFF2-40B4-BE49-F238E27FC236}">
                <a16:creationId xmlns:a16="http://schemas.microsoft.com/office/drawing/2014/main" id="{34015EA2-284E-0563-AFD5-DA181A0A71D1}"/>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Federal Emergency Management Agency</a:t>
            </a:r>
          </a:p>
        </p:txBody>
      </p:sp>
      <p:sp>
        <p:nvSpPr>
          <p:cNvPr id="10" name="TextBox 9">
            <a:extLst>
              <a:ext uri="{FF2B5EF4-FFF2-40B4-BE49-F238E27FC236}">
                <a16:creationId xmlns:a16="http://schemas.microsoft.com/office/drawing/2014/main" id="{E4241DC2-A0D8-D2B6-6DBB-4157B576E7DE}"/>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latin typeface="+mn-lt"/>
              </a:rPr>
              <a:t>FOUO (For Official Use Only)</a:t>
            </a:r>
          </a:p>
        </p:txBody>
      </p:sp>
      <p:sp>
        <p:nvSpPr>
          <p:cNvPr id="11" name="Footer Placeholder 4">
            <a:extLst>
              <a:ext uri="{FF2B5EF4-FFF2-40B4-BE49-F238E27FC236}">
                <a16:creationId xmlns:a16="http://schemas.microsoft.com/office/drawing/2014/main" id="{5B0FE7AC-969C-56BD-20AD-FF3FB015B49D}"/>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Business Economic Analysis Data (BEAD) Tier 1 Report</a:t>
            </a:r>
          </a:p>
        </p:txBody>
      </p:sp>
    </p:spTree>
    <p:extLst>
      <p:ext uri="{BB962C8B-B14F-4D97-AF65-F5344CB8AC3E}">
        <p14:creationId xmlns:p14="http://schemas.microsoft.com/office/powerpoint/2010/main" val="3429932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D3C5BE45-D420-120C-6089-4A56A4E824C0}"/>
              </a:ext>
            </a:extLst>
          </p:cNvPr>
          <p:cNvSpPr txBox="1">
            <a:spLocks/>
          </p:cNvSpPr>
          <p:nvPr userDrawn="1"/>
        </p:nvSpPr>
        <p:spPr>
          <a:xfrm>
            <a:off x="683238"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8" name="Slide Number Placeholder 5">
            <a:extLst>
              <a:ext uri="{FF2B5EF4-FFF2-40B4-BE49-F238E27FC236}">
                <a16:creationId xmlns:a16="http://schemas.microsoft.com/office/drawing/2014/main" id="{747FDAE7-8CE7-1B0C-535C-792963A478BC}"/>
              </a:ext>
            </a:extLst>
          </p:cNvPr>
          <p:cNvSpPr txBox="1">
            <a:spLocks/>
          </p:cNvSpPr>
          <p:nvPr userDrawn="1"/>
        </p:nvSpPr>
        <p:spPr>
          <a:xfrm>
            <a:off x="10591797"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005188"/>
                </a:solidFill>
              </a:rPr>
              <a:t>FEMA.GOV</a:t>
            </a:r>
          </a:p>
        </p:txBody>
      </p:sp>
      <p:cxnSp>
        <p:nvCxnSpPr>
          <p:cNvPr id="9" name="Straight Connector 8">
            <a:extLst>
              <a:ext uri="{FF2B5EF4-FFF2-40B4-BE49-F238E27FC236}">
                <a16:creationId xmlns:a16="http://schemas.microsoft.com/office/drawing/2014/main" id="{EA74A72E-12C5-F283-185B-643140D40DC1}"/>
              </a:ext>
            </a:extLst>
          </p:cNvPr>
          <p:cNvCxnSpPr>
            <a:cxnSpLocks/>
          </p:cNvCxnSpPr>
          <p:nvPr userDrawn="1"/>
        </p:nvCxnSpPr>
        <p:spPr>
          <a:xfrm>
            <a:off x="4397188" y="6314340"/>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sp>
        <p:nvSpPr>
          <p:cNvPr id="10" name="Text Placeholder 9">
            <a:extLst>
              <a:ext uri="{FF2B5EF4-FFF2-40B4-BE49-F238E27FC236}">
                <a16:creationId xmlns:a16="http://schemas.microsoft.com/office/drawing/2014/main" id="{876DF1B8-08CB-095D-89E9-51EDBFB52ABD}"/>
              </a:ext>
            </a:extLst>
          </p:cNvPr>
          <p:cNvSpPr>
            <a:spLocks noGrp="1"/>
          </p:cNvSpPr>
          <p:nvPr>
            <p:ph type="body" sz="quarter" idx="15" hasCustomPrompt="1"/>
          </p:nvPr>
        </p:nvSpPr>
        <p:spPr>
          <a:xfrm>
            <a:off x="666750" y="2454275"/>
            <a:ext cx="10893425" cy="3130550"/>
          </a:xfrm>
        </p:spPr>
        <p:txBody>
          <a:bodyPr/>
          <a:lstStyle>
            <a:lvl1pPr marL="0" indent="0">
              <a:buFont typeface="Arial" panose="020B0604020202020204" pitchFamily="34" charset="0"/>
              <a:buNone/>
              <a:defRPr>
                <a:latin typeface="Franklin Gothic Book" panose="020B0503020102020204" pitchFamily="34" charset="0"/>
              </a:defRPr>
            </a:lvl1pPr>
            <a:lvl2pPr marL="742950" indent="-285750">
              <a:buFont typeface="Arial" panose="020B0604020202020204" pitchFamily="34" charset="0"/>
              <a:buChar char="•"/>
              <a:defRPr>
                <a:latin typeface="Franklin Gothic Book" panose="020B0503020102020204" pitchFamily="34" charset="0"/>
              </a:defRPr>
            </a:lvl2pPr>
          </a:lstStyle>
          <a:p>
            <a:pPr marL="285750" lvl="0" indent="-285750">
              <a:buFont typeface="Arial" panose="020B0604020202020204" pitchFamily="34" charset="0"/>
              <a:buChar char="•"/>
            </a:pPr>
            <a:r>
              <a:rPr lang="en-US" sz="1400" b="1"/>
              <a:t>Food, Hydration &amp; Shelter: </a:t>
            </a:r>
            <a:r>
              <a:rPr lang="en-US" sz="1200"/>
              <a:t>[INSERT OVERALL TAKE-AWAY]</a:t>
            </a:r>
          </a:p>
          <a:p>
            <a:pPr marL="742950" lvl="1" indent="-285750">
              <a:buFont typeface="Arial" panose="020B0604020202020204" pitchFamily="34" charset="0"/>
              <a:buChar char="•"/>
            </a:pPr>
            <a:r>
              <a:rPr lang="en-US" sz="1200" b="1"/>
              <a:t>Food Lifelines: </a:t>
            </a:r>
            <a:r>
              <a:rPr lang="en-US" sz="1200"/>
              <a:t>INSERT STAT (e.g., 35 (5%) [units] are at [risk level]. [INSERT OTHER KEY POINTS]</a:t>
            </a:r>
          </a:p>
          <a:p>
            <a:pPr marL="742950" lvl="1" indent="-285750">
              <a:buFont typeface="Arial" panose="020B0604020202020204" pitchFamily="34" charset="0"/>
              <a:buChar char="•"/>
            </a:pPr>
            <a:r>
              <a:rPr lang="en-US" sz="1200" b="1"/>
              <a:t>Shelter Lifelines:</a:t>
            </a:r>
          </a:p>
          <a:p>
            <a:pPr marL="285750" lvl="0" indent="-285750">
              <a:buFont typeface="Arial" panose="020B0604020202020204" pitchFamily="34" charset="0"/>
              <a:buChar char="•"/>
            </a:pPr>
            <a:r>
              <a:rPr lang="en-US" sz="1400" b="1"/>
              <a:t>Health &amp; Medical: </a:t>
            </a:r>
            <a:endParaRPr lang="en-US" sz="1200" b="1"/>
          </a:p>
          <a:p>
            <a:pPr marL="742950" lvl="1" indent="-285750">
              <a:buFont typeface="Arial" panose="020B0604020202020204" pitchFamily="34" charset="0"/>
              <a:buChar char="•"/>
            </a:pPr>
            <a:r>
              <a:rPr lang="en-US" sz="1200" b="1"/>
              <a:t>Dialysis Center:</a:t>
            </a:r>
          </a:p>
          <a:p>
            <a:pPr marL="742950" lvl="1" indent="-285750">
              <a:buFont typeface="Arial" panose="020B0604020202020204" pitchFamily="34" charset="0"/>
              <a:buChar char="•"/>
            </a:pPr>
            <a:r>
              <a:rPr lang="en-US" sz="1200" b="1"/>
              <a:t>Hospitals:</a:t>
            </a:r>
          </a:p>
          <a:p>
            <a:pPr marL="742950" lvl="1" indent="-285750">
              <a:buFont typeface="Arial" panose="020B0604020202020204" pitchFamily="34" charset="0"/>
              <a:buChar char="•"/>
            </a:pPr>
            <a:r>
              <a:rPr lang="en-US" sz="1400" b="1"/>
              <a:t>Long-term Care:</a:t>
            </a:r>
          </a:p>
          <a:p>
            <a:pPr marL="285750" lvl="0" indent="-285750">
              <a:buFont typeface="Arial" panose="020B0604020202020204" pitchFamily="34" charset="0"/>
              <a:buChar char="•"/>
            </a:pPr>
            <a:r>
              <a:rPr lang="en-US" sz="1400" b="1"/>
              <a:t>Power &amp; Energy:</a:t>
            </a:r>
            <a:endParaRPr lang="en-US" sz="1200" b="1"/>
          </a:p>
          <a:p>
            <a:pPr marL="742950" lvl="1" indent="-285750">
              <a:buFont typeface="Arial" panose="020B0604020202020204" pitchFamily="34" charset="0"/>
              <a:buChar char="•"/>
            </a:pPr>
            <a:r>
              <a:rPr lang="en-US" sz="1200" b="1"/>
              <a:t>Powerplant &amp; Substations:</a:t>
            </a:r>
          </a:p>
          <a:p>
            <a:pPr marL="742950" lvl="1" indent="-285750">
              <a:buFont typeface="Arial" panose="020B0604020202020204" pitchFamily="34" charset="0"/>
              <a:buChar char="•"/>
            </a:pPr>
            <a:r>
              <a:rPr lang="en-US" sz="1200" b="1"/>
              <a:t>Powerlines:</a:t>
            </a:r>
          </a:p>
          <a:p>
            <a:pPr marL="285750" lvl="0" indent="-285750">
              <a:buFont typeface="Arial" panose="020B0604020202020204" pitchFamily="34" charset="0"/>
              <a:buChar char="•"/>
            </a:pPr>
            <a:r>
              <a:rPr lang="en-US" sz="1400" b="1"/>
              <a:t>Communications:</a:t>
            </a:r>
            <a:endParaRPr lang="en-US" sz="1200" b="1"/>
          </a:p>
          <a:p>
            <a:pPr marL="742950" lvl="1" indent="-285750">
              <a:buFont typeface="Arial" panose="020B0604020202020204" pitchFamily="34" charset="0"/>
              <a:buChar char="•"/>
            </a:pPr>
            <a:r>
              <a:rPr lang="en-US" sz="1200" b="1"/>
              <a:t>Banking Services, Electronic payments system, and Wireless sites </a:t>
            </a:r>
            <a:r>
              <a:rPr lang="en-US" sz="1200"/>
              <a:t>…</a:t>
            </a:r>
          </a:p>
        </p:txBody>
      </p:sp>
      <p:sp>
        <p:nvSpPr>
          <p:cNvPr id="11" name="Title 1">
            <a:extLst>
              <a:ext uri="{FF2B5EF4-FFF2-40B4-BE49-F238E27FC236}">
                <a16:creationId xmlns:a16="http://schemas.microsoft.com/office/drawing/2014/main" id="{2C658D9E-D524-E0A0-B962-14EC6D3124DD}"/>
              </a:ext>
            </a:extLst>
          </p:cNvPr>
          <p:cNvSpPr>
            <a:spLocks noGrp="1"/>
          </p:cNvSpPr>
          <p:nvPr>
            <p:ph type="ctrTitle" hasCustomPrompt="1"/>
          </p:nvPr>
        </p:nvSpPr>
        <p:spPr>
          <a:xfrm>
            <a:off x="682625" y="733393"/>
            <a:ext cx="10877913" cy="400553"/>
          </a:xfrm>
          <a:prstGeom prst="rect">
            <a:avLst/>
          </a:prstGeom>
        </p:spPr>
        <p:txBody>
          <a:bodyPr vert="horz" lIns="64251" tIns="32125" rIns="64251" bIns="32125" anchor="t">
            <a:noAutofit/>
          </a:bodyPr>
          <a:lstStyle>
            <a:lvl1pPr algn="ctr">
              <a:lnSpc>
                <a:spcPct val="100000"/>
              </a:lnSpc>
              <a:spcBef>
                <a:spcPts val="0"/>
              </a:spcBef>
              <a:spcAft>
                <a:spcPts val="0"/>
              </a:spcAft>
              <a:defRPr sz="2200" baseline="0">
                <a:solidFill>
                  <a:srgbClr val="005288"/>
                </a:solidFill>
                <a:latin typeface="Franklin Gothic Heavy" panose="020B0903020102020204" pitchFamily="34" charset="0"/>
              </a:defRPr>
            </a:lvl1pPr>
          </a:lstStyle>
          <a:p>
            <a:r>
              <a:rPr lang="en-US"/>
              <a:t>Executive Summary: [Location] – [Disaster Name] [Year]</a:t>
            </a:r>
          </a:p>
        </p:txBody>
      </p:sp>
      <p:sp>
        <p:nvSpPr>
          <p:cNvPr id="16" name="TextBox 15">
            <a:extLst>
              <a:ext uri="{FF2B5EF4-FFF2-40B4-BE49-F238E27FC236}">
                <a16:creationId xmlns:a16="http://schemas.microsoft.com/office/drawing/2014/main" id="{4C865C73-62DF-570B-5C35-D930265417C8}"/>
              </a:ext>
            </a:extLst>
          </p:cNvPr>
          <p:cNvSpPr txBox="1"/>
          <p:nvPr userDrawn="1"/>
        </p:nvSpPr>
        <p:spPr>
          <a:xfrm>
            <a:off x="666750" y="1181445"/>
            <a:ext cx="2407702" cy="338554"/>
          </a:xfrm>
          <a:prstGeom prst="rect">
            <a:avLst/>
          </a:prstGeom>
          <a:noFill/>
        </p:spPr>
        <p:txBody>
          <a:bodyPr wrap="square" rtlCol="0">
            <a:spAutoFit/>
          </a:bodyPr>
          <a:lstStyle/>
          <a:p>
            <a:pPr lvl="0"/>
            <a:r>
              <a:rPr lang="en-US" sz="1600" b="1" i="1" u="sng">
                <a:latin typeface="Franklin Gothic Book" panose="020B0503020102020204" pitchFamily="34" charset="0"/>
              </a:rPr>
              <a:t>Bottom Line Up Front</a:t>
            </a:r>
            <a:r>
              <a:rPr lang="en-US" sz="1600" b="1" i="1" u="none">
                <a:latin typeface="Franklin Gothic Book" panose="020B0503020102020204" pitchFamily="34" charset="0"/>
              </a:rPr>
              <a:t>:</a:t>
            </a:r>
          </a:p>
        </p:txBody>
      </p:sp>
      <p:sp>
        <p:nvSpPr>
          <p:cNvPr id="18" name="Text Placeholder 17">
            <a:extLst>
              <a:ext uri="{FF2B5EF4-FFF2-40B4-BE49-F238E27FC236}">
                <a16:creationId xmlns:a16="http://schemas.microsoft.com/office/drawing/2014/main" id="{A30EF935-6CE8-9E87-CE5E-EDAFE02D84EB}"/>
              </a:ext>
            </a:extLst>
          </p:cNvPr>
          <p:cNvSpPr>
            <a:spLocks noGrp="1"/>
          </p:cNvSpPr>
          <p:nvPr>
            <p:ph type="body" sz="quarter" idx="16" hasCustomPrompt="1"/>
          </p:nvPr>
        </p:nvSpPr>
        <p:spPr>
          <a:xfrm>
            <a:off x="682625" y="1519238"/>
            <a:ext cx="10823575" cy="866775"/>
          </a:xfrm>
        </p:spPr>
        <p:txBody>
          <a:bodyPr>
            <a:normAutofit/>
          </a:bodyPr>
          <a:lstStyle>
            <a:lvl1pPr marL="0" indent="0">
              <a:buNone/>
              <a:defRPr sz="1200">
                <a:latin typeface="Franklin Gothic Book" panose="020B0503020102020204" pitchFamily="34" charset="0"/>
              </a:defRPr>
            </a:lvl1pPr>
          </a:lstStyle>
          <a:p>
            <a:pPr lvl="0"/>
            <a:r>
              <a:rPr lang="en-US"/>
              <a:t>Insert BLUF</a:t>
            </a:r>
          </a:p>
        </p:txBody>
      </p:sp>
      <p:sp>
        <p:nvSpPr>
          <p:cNvPr id="19" name="Slide Number Placeholder 4">
            <a:extLst>
              <a:ext uri="{FF2B5EF4-FFF2-40B4-BE49-F238E27FC236}">
                <a16:creationId xmlns:a16="http://schemas.microsoft.com/office/drawing/2014/main" id="{50176B27-0C49-7C00-9AB6-5D5CAF6A9D99}"/>
              </a:ext>
            </a:extLst>
          </p:cNvPr>
          <p:cNvSpPr txBox="1">
            <a:spLocks/>
          </p:cNvSpPr>
          <p:nvPr userDrawn="1"/>
        </p:nvSpPr>
        <p:spPr>
          <a:xfrm>
            <a:off x="9220197" y="64515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tx2">
                    <a:lumMod val="75000"/>
                    <a:lumOff val="25000"/>
                  </a:schemeClr>
                </a:solidFill>
              </a:rPr>
              <a:pPr/>
              <a:t>‹#›</a:t>
            </a:fld>
            <a:endParaRPr lang="en-US" dirty="0">
              <a:solidFill>
                <a:schemeClr val="tx2">
                  <a:lumMod val="75000"/>
                  <a:lumOff val="25000"/>
                </a:schemeClr>
              </a:solidFill>
            </a:endParaRPr>
          </a:p>
        </p:txBody>
      </p:sp>
      <p:sp>
        <p:nvSpPr>
          <p:cNvPr id="5" name="Footer Placeholder 4">
            <a:extLst>
              <a:ext uri="{FF2B5EF4-FFF2-40B4-BE49-F238E27FC236}">
                <a16:creationId xmlns:a16="http://schemas.microsoft.com/office/drawing/2014/main" id="{365F3EC4-E575-B382-0780-E0C5E970A0A7}"/>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Federal Emergency Management Agency</a:t>
            </a:r>
          </a:p>
        </p:txBody>
      </p:sp>
      <p:sp>
        <p:nvSpPr>
          <p:cNvPr id="6" name="TextBox 5">
            <a:extLst>
              <a:ext uri="{FF2B5EF4-FFF2-40B4-BE49-F238E27FC236}">
                <a16:creationId xmlns:a16="http://schemas.microsoft.com/office/drawing/2014/main" id="{7E2A17BA-5ED4-72B3-696F-CEA0D53C87BF}"/>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solidFill>
                  <a:srgbClr val="005188"/>
                </a:solidFill>
                <a:latin typeface="+mn-lt"/>
              </a:rPr>
              <a:t>FOUO (For Official Use Only)</a:t>
            </a:r>
          </a:p>
        </p:txBody>
      </p:sp>
      <p:sp>
        <p:nvSpPr>
          <p:cNvPr id="12" name="Footer Placeholder 4">
            <a:extLst>
              <a:ext uri="{FF2B5EF4-FFF2-40B4-BE49-F238E27FC236}">
                <a16:creationId xmlns:a16="http://schemas.microsoft.com/office/drawing/2014/main" id="{5527B87C-F0DE-B285-8257-FDF9437F9D58}"/>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Business Economic Analysis Data (BEAD) Tier 1 Report</a:t>
            </a:r>
          </a:p>
        </p:txBody>
      </p:sp>
    </p:spTree>
    <p:extLst>
      <p:ext uri="{BB962C8B-B14F-4D97-AF65-F5344CB8AC3E}">
        <p14:creationId xmlns:p14="http://schemas.microsoft.com/office/powerpoint/2010/main" val="98796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ic Section: Key Stats / Takeaway / Chart">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7AC7BAD-7820-55D5-D6AD-078844BA9F6E}"/>
              </a:ext>
            </a:extLst>
          </p:cNvPr>
          <p:cNvSpPr/>
          <p:nvPr userDrawn="1"/>
        </p:nvSpPr>
        <p:spPr>
          <a:xfrm>
            <a:off x="0" y="0"/>
            <a:ext cx="12192000" cy="1600297"/>
          </a:xfrm>
          <a:prstGeom prst="rect">
            <a:avLst/>
          </a:prstGeom>
          <a:solidFill>
            <a:srgbClr val="00518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noFill/>
            </a:endParaRPr>
          </a:p>
        </p:txBody>
      </p:sp>
      <p:sp>
        <p:nvSpPr>
          <p:cNvPr id="13" name="Title 12">
            <a:extLst>
              <a:ext uri="{FF2B5EF4-FFF2-40B4-BE49-F238E27FC236}">
                <a16:creationId xmlns:a16="http://schemas.microsoft.com/office/drawing/2014/main" id="{C5415B20-894C-9F4F-8C45-42C9CA8DDC43}"/>
              </a:ext>
            </a:extLst>
          </p:cNvPr>
          <p:cNvSpPr>
            <a:spLocks noGrp="1"/>
          </p:cNvSpPr>
          <p:nvPr>
            <p:ph type="title" hasCustomPrompt="1"/>
          </p:nvPr>
        </p:nvSpPr>
        <p:spPr>
          <a:xfrm>
            <a:off x="683238" y="723667"/>
            <a:ext cx="10822962" cy="457200"/>
          </a:xfrm>
          <a:prstGeom prst="rect">
            <a:avLst/>
          </a:prstGeom>
        </p:spPr>
        <p:txBody>
          <a:bodyPr anchor="ctr">
            <a:noAutofit/>
          </a:bodyPr>
          <a:lstStyle>
            <a:lvl1pPr>
              <a:lnSpc>
                <a:spcPts val="4400"/>
              </a:lnSpc>
              <a:defRPr sz="2800">
                <a:solidFill>
                  <a:schemeClr val="bg1"/>
                </a:solidFill>
                <a:latin typeface="Franklin Gothic Heavy" panose="020B0903020102020204" pitchFamily="34" charset="0"/>
              </a:defRPr>
            </a:lvl1pPr>
          </a:lstStyle>
          <a:p>
            <a:r>
              <a:rPr lang="en-US" dirty="0">
                <a:latin typeface="Franklin Gothic Heavy"/>
              </a:rPr>
              <a:t>[TITLE] </a:t>
            </a:r>
            <a:r>
              <a:rPr lang="en-US" dirty="0"/>
              <a:t>– [INSERT LOCATION]</a:t>
            </a:r>
          </a:p>
        </p:txBody>
      </p:sp>
      <p:sp>
        <p:nvSpPr>
          <p:cNvPr id="7" name="Footer Placeholder 4">
            <a:extLst>
              <a:ext uri="{FF2B5EF4-FFF2-40B4-BE49-F238E27FC236}">
                <a16:creationId xmlns:a16="http://schemas.microsoft.com/office/drawing/2014/main" id="{D5585C0B-1CC5-4DF6-E0D7-5EE3749B83EC}"/>
              </a:ext>
            </a:extLst>
          </p:cNvPr>
          <p:cNvSpPr txBox="1">
            <a:spLocks/>
          </p:cNvSpPr>
          <p:nvPr userDrawn="1"/>
        </p:nvSpPr>
        <p:spPr>
          <a:xfrm>
            <a:off x="3786634"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Federal Emergency Management Agency</a:t>
            </a:r>
          </a:p>
        </p:txBody>
      </p:sp>
      <p:sp>
        <p:nvSpPr>
          <p:cNvPr id="19" name="Footer Placeholder 4">
            <a:extLst>
              <a:ext uri="{FF2B5EF4-FFF2-40B4-BE49-F238E27FC236}">
                <a16:creationId xmlns:a16="http://schemas.microsoft.com/office/drawing/2014/main" id="{209B460A-EDE7-07F0-1661-D0EC7BD27687}"/>
              </a:ext>
            </a:extLst>
          </p:cNvPr>
          <p:cNvSpPr txBox="1">
            <a:spLocks/>
          </p:cNvSpPr>
          <p:nvPr userDrawn="1"/>
        </p:nvSpPr>
        <p:spPr>
          <a:xfrm>
            <a:off x="683238"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20" name="Slide Number Placeholder 5">
            <a:extLst>
              <a:ext uri="{FF2B5EF4-FFF2-40B4-BE49-F238E27FC236}">
                <a16:creationId xmlns:a16="http://schemas.microsoft.com/office/drawing/2014/main" id="{80B54882-2840-2604-9037-D75D4A7CE4CF}"/>
              </a:ext>
            </a:extLst>
          </p:cNvPr>
          <p:cNvSpPr txBox="1">
            <a:spLocks/>
          </p:cNvSpPr>
          <p:nvPr userDrawn="1"/>
        </p:nvSpPr>
        <p:spPr>
          <a:xfrm>
            <a:off x="10596414"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005188"/>
                </a:solidFill>
              </a:rPr>
              <a:t>FEMA.GOV</a:t>
            </a:r>
          </a:p>
        </p:txBody>
      </p:sp>
      <p:cxnSp>
        <p:nvCxnSpPr>
          <p:cNvPr id="21" name="Straight Connector 20">
            <a:extLst>
              <a:ext uri="{FF2B5EF4-FFF2-40B4-BE49-F238E27FC236}">
                <a16:creationId xmlns:a16="http://schemas.microsoft.com/office/drawing/2014/main" id="{DA4B131F-B9FF-70DF-DEDF-C0982BAEC01B}"/>
              </a:ext>
            </a:extLst>
          </p:cNvPr>
          <p:cNvCxnSpPr>
            <a:cxnSpLocks/>
          </p:cNvCxnSpPr>
          <p:nvPr userDrawn="1"/>
        </p:nvCxnSpPr>
        <p:spPr>
          <a:xfrm>
            <a:off x="4397188" y="6312051"/>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sp>
        <p:nvSpPr>
          <p:cNvPr id="23" name="Content Placeholder 22">
            <a:extLst>
              <a:ext uri="{FF2B5EF4-FFF2-40B4-BE49-F238E27FC236}">
                <a16:creationId xmlns:a16="http://schemas.microsoft.com/office/drawing/2014/main" id="{A766F6E7-ABA0-199F-224A-9DAF39CEC326}"/>
              </a:ext>
            </a:extLst>
          </p:cNvPr>
          <p:cNvSpPr>
            <a:spLocks noGrp="1"/>
          </p:cNvSpPr>
          <p:nvPr>
            <p:ph sz="quarter" idx="13" hasCustomPrompt="1"/>
          </p:nvPr>
        </p:nvSpPr>
        <p:spPr>
          <a:xfrm>
            <a:off x="5605669" y="1818045"/>
            <a:ext cx="5905293" cy="4141385"/>
          </a:xfrm>
          <a:prstGeom prst="rect">
            <a:avLst/>
          </a:prstGeom>
        </p:spPr>
        <p:txBody>
          <a:bodyPr/>
          <a:lstStyle>
            <a:lvl1pPr marL="0" indent="0">
              <a:buFont typeface="Arial" panose="020B0604020202020204" pitchFamily="34" charset="0"/>
              <a:buNone/>
              <a:defRPr sz="18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INSERT CHART OR MAP</a:t>
            </a:r>
          </a:p>
        </p:txBody>
      </p:sp>
      <p:sp>
        <p:nvSpPr>
          <p:cNvPr id="26" name="Rectangle 25">
            <a:extLst>
              <a:ext uri="{FF2B5EF4-FFF2-40B4-BE49-F238E27FC236}">
                <a16:creationId xmlns:a16="http://schemas.microsoft.com/office/drawing/2014/main" id="{D45A9768-47B8-7F5A-2E8C-1D8C598A0CC5}"/>
              </a:ext>
            </a:extLst>
          </p:cNvPr>
          <p:cNvSpPr/>
          <p:nvPr userDrawn="1"/>
        </p:nvSpPr>
        <p:spPr>
          <a:xfrm rot="16200000">
            <a:off x="11346177" y="845915"/>
            <a:ext cx="91440" cy="1600200"/>
          </a:xfrm>
          <a:prstGeom prst="rect">
            <a:avLst/>
          </a:prstGeom>
          <a:solidFill>
            <a:srgbClr val="3D98C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 Placeholder 3">
            <a:extLst>
              <a:ext uri="{FF2B5EF4-FFF2-40B4-BE49-F238E27FC236}">
                <a16:creationId xmlns:a16="http://schemas.microsoft.com/office/drawing/2014/main" id="{018DD0F3-545A-D500-B75B-BF1C28FF4F5C}"/>
              </a:ext>
            </a:extLst>
          </p:cNvPr>
          <p:cNvSpPr>
            <a:spLocks noGrp="1"/>
          </p:cNvSpPr>
          <p:nvPr>
            <p:ph type="body" sz="quarter" idx="14" hasCustomPrompt="1"/>
          </p:nvPr>
        </p:nvSpPr>
        <p:spPr>
          <a:xfrm>
            <a:off x="365125" y="1817688"/>
            <a:ext cx="5002213" cy="4141787"/>
          </a:xfrm>
        </p:spPr>
        <p:txBody>
          <a:bodyPr>
            <a:normAutofit/>
          </a:bodyPr>
          <a:lstStyle>
            <a:lvl1pPr marL="0" indent="0">
              <a:lnSpc>
                <a:spcPct val="100000"/>
              </a:lnSpc>
              <a:spcBef>
                <a:spcPts val="600"/>
              </a:spcBef>
              <a:buFont typeface="Arial" panose="020B0604020202020204" pitchFamily="34" charset="0"/>
              <a:buChar char="•"/>
              <a:defRPr sz="1600" b="1"/>
            </a:lvl1pPr>
            <a:lvl2pPr marL="457200" indent="0">
              <a:buNone/>
              <a:defRPr sz="1600"/>
            </a:lvl2pPr>
          </a:lstStyle>
          <a:p>
            <a:pPr marL="0" indent="0">
              <a:lnSpc>
                <a:spcPct val="100000"/>
              </a:lnSpc>
              <a:buFont typeface="Arial" panose="020B0604020202020204" pitchFamily="34" charset="0"/>
              <a:buNone/>
            </a:pPr>
            <a:r>
              <a:rPr lang="en-US" sz="1600" dirty="0"/>
              <a:t>Key BLUF/takeaway statement summarizing the most important information on this slide (bolded, no period, no bullet)</a:t>
            </a:r>
          </a:p>
          <a:p>
            <a:pPr>
              <a:lnSpc>
                <a:spcPct val="100000"/>
              </a:lnSpc>
            </a:pPr>
            <a:r>
              <a:rPr lang="en-US" sz="1600" b="0" dirty="0"/>
              <a:t>Supporting information or statistics </a:t>
            </a:r>
          </a:p>
          <a:p>
            <a:pPr>
              <a:lnSpc>
                <a:spcPct val="100000"/>
              </a:lnSpc>
            </a:pPr>
            <a:r>
              <a:rPr lang="en-US" sz="1600" b="0" dirty="0"/>
              <a:t>Never add periods to the end of bullets </a:t>
            </a:r>
          </a:p>
          <a:p>
            <a:pPr>
              <a:lnSpc>
                <a:spcPct val="100000"/>
              </a:lnSpc>
            </a:pPr>
            <a:r>
              <a:rPr lang="en-US" sz="1600" b="0" dirty="0"/>
              <a:t>Font should always be Franklin Gothic Book &amp; never smaller than size 12, ideally size 14</a:t>
            </a:r>
          </a:p>
        </p:txBody>
      </p:sp>
      <p:sp>
        <p:nvSpPr>
          <p:cNvPr id="3" name="TextBox 2">
            <a:extLst>
              <a:ext uri="{FF2B5EF4-FFF2-40B4-BE49-F238E27FC236}">
                <a16:creationId xmlns:a16="http://schemas.microsoft.com/office/drawing/2014/main" id="{1498B141-DAC7-C194-8389-389FF606BCEA}"/>
              </a:ext>
            </a:extLst>
          </p:cNvPr>
          <p:cNvSpPr txBox="1"/>
          <p:nvPr userDrawn="1"/>
        </p:nvSpPr>
        <p:spPr>
          <a:xfrm>
            <a:off x="667265"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latin typeface="+mn-lt"/>
              </a:rPr>
              <a:t>FOUO (For Official Use Only)</a:t>
            </a:r>
          </a:p>
        </p:txBody>
      </p:sp>
      <p:sp>
        <p:nvSpPr>
          <p:cNvPr id="5" name="Slide Number Placeholder 4">
            <a:extLst>
              <a:ext uri="{FF2B5EF4-FFF2-40B4-BE49-F238E27FC236}">
                <a16:creationId xmlns:a16="http://schemas.microsoft.com/office/drawing/2014/main" id="{6BD3DF57-0AEF-7216-7405-BB13D22C5BBB}"/>
              </a:ext>
            </a:extLst>
          </p:cNvPr>
          <p:cNvSpPr txBox="1">
            <a:spLocks/>
          </p:cNvSpPr>
          <p:nvPr userDrawn="1"/>
        </p:nvSpPr>
        <p:spPr>
          <a:xfrm>
            <a:off x="11490298" y="6355883"/>
            <a:ext cx="42525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rgbClr val="005188"/>
                </a:solidFill>
              </a:rPr>
              <a:pPr/>
              <a:t>‹#›</a:t>
            </a:fld>
            <a:endParaRPr lang="en-US">
              <a:solidFill>
                <a:srgbClr val="005188"/>
              </a:solidFill>
            </a:endParaRPr>
          </a:p>
        </p:txBody>
      </p:sp>
      <p:sp>
        <p:nvSpPr>
          <p:cNvPr id="11" name="Footer Placeholder 4">
            <a:extLst>
              <a:ext uri="{FF2B5EF4-FFF2-40B4-BE49-F238E27FC236}">
                <a16:creationId xmlns:a16="http://schemas.microsoft.com/office/drawing/2014/main" id="{05AD3E66-74A5-F13A-DDE1-38777CA0CB05}"/>
              </a:ext>
            </a:extLst>
          </p:cNvPr>
          <p:cNvSpPr txBox="1">
            <a:spLocks/>
          </p:cNvSpPr>
          <p:nvPr userDrawn="1"/>
        </p:nvSpPr>
        <p:spPr>
          <a:xfrm>
            <a:off x="7688239"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Business Economic Analysis Data (BEAD) Tier 1 Report</a:t>
            </a:r>
          </a:p>
        </p:txBody>
      </p:sp>
    </p:spTree>
    <p:extLst>
      <p:ext uri="{BB962C8B-B14F-4D97-AF65-F5344CB8AC3E}">
        <p14:creationId xmlns:p14="http://schemas.microsoft.com/office/powerpoint/2010/main" val="1788743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ta Sources">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7AC7BAD-7820-55D5-D6AD-078844BA9F6E}"/>
              </a:ext>
            </a:extLst>
          </p:cNvPr>
          <p:cNvSpPr/>
          <p:nvPr userDrawn="1"/>
        </p:nvSpPr>
        <p:spPr>
          <a:xfrm>
            <a:off x="0" y="0"/>
            <a:ext cx="12192000" cy="1600297"/>
          </a:xfrm>
          <a:prstGeom prst="rect">
            <a:avLst/>
          </a:prstGeom>
          <a:solidFill>
            <a:srgbClr val="00518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a:noFill/>
            </a:endParaRPr>
          </a:p>
        </p:txBody>
      </p:sp>
      <p:sp>
        <p:nvSpPr>
          <p:cNvPr id="13" name="Title 12">
            <a:extLst>
              <a:ext uri="{FF2B5EF4-FFF2-40B4-BE49-F238E27FC236}">
                <a16:creationId xmlns:a16="http://schemas.microsoft.com/office/drawing/2014/main" id="{C5415B20-894C-9F4F-8C45-42C9CA8DDC43}"/>
              </a:ext>
            </a:extLst>
          </p:cNvPr>
          <p:cNvSpPr>
            <a:spLocks noGrp="1"/>
          </p:cNvSpPr>
          <p:nvPr>
            <p:ph type="title" hasCustomPrompt="1"/>
          </p:nvPr>
        </p:nvSpPr>
        <p:spPr>
          <a:xfrm>
            <a:off x="683238" y="723667"/>
            <a:ext cx="10822962" cy="457200"/>
          </a:xfrm>
          <a:prstGeom prst="rect">
            <a:avLst/>
          </a:prstGeom>
        </p:spPr>
        <p:txBody>
          <a:bodyPr anchor="ctr">
            <a:noAutofit/>
          </a:bodyPr>
          <a:lstStyle>
            <a:lvl1pPr>
              <a:lnSpc>
                <a:spcPts val="4400"/>
              </a:lnSpc>
              <a:defRPr sz="2800">
                <a:solidFill>
                  <a:schemeClr val="bg1"/>
                </a:solidFill>
                <a:latin typeface="Franklin Gothic Heavy" panose="020B0903020102020204" pitchFamily="34" charset="0"/>
              </a:defRPr>
            </a:lvl1pPr>
          </a:lstStyle>
          <a:p>
            <a:r>
              <a:rPr lang="en-US" dirty="0">
                <a:latin typeface="Franklin Gothic Heavy"/>
              </a:rPr>
              <a:t>Data Sources</a:t>
            </a:r>
            <a:endParaRPr lang="en-US" dirty="0"/>
          </a:p>
        </p:txBody>
      </p:sp>
      <p:sp>
        <p:nvSpPr>
          <p:cNvPr id="19" name="Footer Placeholder 4">
            <a:extLst>
              <a:ext uri="{FF2B5EF4-FFF2-40B4-BE49-F238E27FC236}">
                <a16:creationId xmlns:a16="http://schemas.microsoft.com/office/drawing/2014/main" id="{209B460A-EDE7-07F0-1661-D0EC7BD27687}"/>
              </a:ext>
            </a:extLst>
          </p:cNvPr>
          <p:cNvSpPr txBox="1">
            <a:spLocks/>
          </p:cNvSpPr>
          <p:nvPr userDrawn="1"/>
        </p:nvSpPr>
        <p:spPr>
          <a:xfrm>
            <a:off x="683238"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20" name="Slide Number Placeholder 5">
            <a:extLst>
              <a:ext uri="{FF2B5EF4-FFF2-40B4-BE49-F238E27FC236}">
                <a16:creationId xmlns:a16="http://schemas.microsoft.com/office/drawing/2014/main" id="{80B54882-2840-2604-9037-D75D4A7CE4CF}"/>
              </a:ext>
            </a:extLst>
          </p:cNvPr>
          <p:cNvSpPr txBox="1">
            <a:spLocks/>
          </p:cNvSpPr>
          <p:nvPr userDrawn="1"/>
        </p:nvSpPr>
        <p:spPr>
          <a:xfrm>
            <a:off x="10596414"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005188"/>
                </a:solidFill>
              </a:rPr>
              <a:t>FEMA.GOV</a:t>
            </a:r>
          </a:p>
        </p:txBody>
      </p:sp>
      <p:cxnSp>
        <p:nvCxnSpPr>
          <p:cNvPr id="21" name="Straight Connector 20">
            <a:extLst>
              <a:ext uri="{FF2B5EF4-FFF2-40B4-BE49-F238E27FC236}">
                <a16:creationId xmlns:a16="http://schemas.microsoft.com/office/drawing/2014/main" id="{DA4B131F-B9FF-70DF-DEDF-C0982BAEC01B}"/>
              </a:ext>
            </a:extLst>
          </p:cNvPr>
          <p:cNvCxnSpPr>
            <a:cxnSpLocks/>
          </p:cNvCxnSpPr>
          <p:nvPr userDrawn="1"/>
        </p:nvCxnSpPr>
        <p:spPr>
          <a:xfrm>
            <a:off x="4397188" y="6312051"/>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sp>
        <p:nvSpPr>
          <p:cNvPr id="26" name="Rectangle 25">
            <a:extLst>
              <a:ext uri="{FF2B5EF4-FFF2-40B4-BE49-F238E27FC236}">
                <a16:creationId xmlns:a16="http://schemas.microsoft.com/office/drawing/2014/main" id="{D45A9768-47B8-7F5A-2E8C-1D8C598A0CC5}"/>
              </a:ext>
            </a:extLst>
          </p:cNvPr>
          <p:cNvSpPr/>
          <p:nvPr userDrawn="1"/>
        </p:nvSpPr>
        <p:spPr>
          <a:xfrm rot="16200000">
            <a:off x="11346177" y="845915"/>
            <a:ext cx="91440" cy="1600200"/>
          </a:xfrm>
          <a:prstGeom prst="rect">
            <a:avLst/>
          </a:prstGeom>
          <a:solidFill>
            <a:srgbClr val="3D98C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Footer Placeholder 4">
            <a:extLst>
              <a:ext uri="{FF2B5EF4-FFF2-40B4-BE49-F238E27FC236}">
                <a16:creationId xmlns:a16="http://schemas.microsoft.com/office/drawing/2014/main" id="{8F731F1A-AB40-59B6-24BB-25176CD89904}"/>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Federal Emergency Management Agency</a:t>
            </a:r>
          </a:p>
        </p:txBody>
      </p:sp>
      <p:sp>
        <p:nvSpPr>
          <p:cNvPr id="5" name="TextBox 4">
            <a:extLst>
              <a:ext uri="{FF2B5EF4-FFF2-40B4-BE49-F238E27FC236}">
                <a16:creationId xmlns:a16="http://schemas.microsoft.com/office/drawing/2014/main" id="{22C71C06-AD87-10A9-B041-2500EFBE3D42}"/>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latin typeface="+mn-lt"/>
              </a:rPr>
              <a:t>FOUO (For Official Use Only)</a:t>
            </a:r>
          </a:p>
        </p:txBody>
      </p:sp>
      <p:sp>
        <p:nvSpPr>
          <p:cNvPr id="6" name="Footer Placeholder 4">
            <a:extLst>
              <a:ext uri="{FF2B5EF4-FFF2-40B4-BE49-F238E27FC236}">
                <a16:creationId xmlns:a16="http://schemas.microsoft.com/office/drawing/2014/main" id="{578742F2-4F4A-B23D-48B2-70F0E0C787F6}"/>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Business Economic Analysis Data (BEAD) Tier 1 Report</a:t>
            </a:r>
          </a:p>
        </p:txBody>
      </p:sp>
      <p:sp>
        <p:nvSpPr>
          <p:cNvPr id="8" name="Slide Number Placeholder 4">
            <a:extLst>
              <a:ext uri="{FF2B5EF4-FFF2-40B4-BE49-F238E27FC236}">
                <a16:creationId xmlns:a16="http://schemas.microsoft.com/office/drawing/2014/main" id="{E3E3D5B1-4BC8-2A7D-C9A9-79B6280308FE}"/>
              </a:ext>
            </a:extLst>
          </p:cNvPr>
          <p:cNvSpPr txBox="1">
            <a:spLocks/>
          </p:cNvSpPr>
          <p:nvPr userDrawn="1"/>
        </p:nvSpPr>
        <p:spPr>
          <a:xfrm>
            <a:off x="9220197" y="64515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tx2">
                    <a:lumMod val="75000"/>
                    <a:lumOff val="25000"/>
                  </a:schemeClr>
                </a:solidFill>
              </a:rPr>
              <a:pPr/>
              <a:t>‹#›</a:t>
            </a:fld>
            <a:endParaRPr lang="en-US" dirty="0">
              <a:solidFill>
                <a:schemeClr val="tx2">
                  <a:lumMod val="75000"/>
                  <a:lumOff val="25000"/>
                </a:schemeClr>
              </a:solidFill>
            </a:endParaRPr>
          </a:p>
        </p:txBody>
      </p:sp>
    </p:spTree>
    <p:extLst>
      <p:ext uri="{BB962C8B-B14F-4D97-AF65-F5344CB8AC3E}">
        <p14:creationId xmlns:p14="http://schemas.microsoft.com/office/powerpoint/2010/main" val="252456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able of Conten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A748126-777C-5CE9-8208-25F07E61DBF9}"/>
              </a:ext>
            </a:extLst>
          </p:cNvPr>
          <p:cNvSpPr/>
          <p:nvPr userDrawn="1"/>
        </p:nvSpPr>
        <p:spPr>
          <a:xfrm>
            <a:off x="5210174" y="1138020"/>
            <a:ext cx="6981825" cy="5719980"/>
          </a:xfrm>
          <a:prstGeom prst="rect">
            <a:avLst/>
          </a:prstGeom>
          <a:solidFill>
            <a:srgbClr val="00518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 Placeholder 2"/>
          <p:cNvSpPr>
            <a:spLocks noGrp="1"/>
          </p:cNvSpPr>
          <p:nvPr>
            <p:ph idx="1"/>
          </p:nvPr>
        </p:nvSpPr>
        <p:spPr>
          <a:xfrm>
            <a:off x="5431699" y="1380966"/>
            <a:ext cx="6559175" cy="4562835"/>
          </a:xfrm>
          <a:prstGeom prst="rect">
            <a:avLst/>
          </a:prstGeom>
        </p:spPr>
        <p:txBody>
          <a:bodyPr vert="horz" lIns="91440" tIns="45720" rIns="91440" bIns="45720" rtlCol="0">
            <a:normAutofit/>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16" name="Picture Placeholder 15">
            <a:extLst>
              <a:ext uri="{FF2B5EF4-FFF2-40B4-BE49-F238E27FC236}">
                <a16:creationId xmlns:a16="http://schemas.microsoft.com/office/drawing/2014/main" id="{83F2EFF1-E97C-2A0D-25D9-679E7335D922}"/>
              </a:ext>
            </a:extLst>
          </p:cNvPr>
          <p:cNvSpPr>
            <a:spLocks noGrp="1"/>
          </p:cNvSpPr>
          <p:nvPr>
            <p:ph type="pic" sz="quarter" idx="13"/>
          </p:nvPr>
        </p:nvSpPr>
        <p:spPr>
          <a:xfrm>
            <a:off x="0" y="2281021"/>
            <a:ext cx="5210175" cy="3662780"/>
          </a:xfrm>
          <a:prstGeom prst="rect">
            <a:avLst/>
          </a:prstGeom>
          <a:solidFill>
            <a:srgbClr val="EDEEEE"/>
          </a:solidFill>
        </p:spPr>
        <p:txBody>
          <a:bodyPr/>
          <a:lstStyle>
            <a:lvl1pPr>
              <a:defRPr sz="1800"/>
            </a:lvl1pPr>
          </a:lstStyle>
          <a:p>
            <a:endParaRPr lang="en-US"/>
          </a:p>
        </p:txBody>
      </p:sp>
      <p:sp>
        <p:nvSpPr>
          <p:cNvPr id="13" name="Title 12">
            <a:extLst>
              <a:ext uri="{FF2B5EF4-FFF2-40B4-BE49-F238E27FC236}">
                <a16:creationId xmlns:a16="http://schemas.microsoft.com/office/drawing/2014/main" id="{C5415B20-894C-9F4F-8C45-42C9CA8DDC43}"/>
              </a:ext>
            </a:extLst>
          </p:cNvPr>
          <p:cNvSpPr>
            <a:spLocks noGrp="1"/>
          </p:cNvSpPr>
          <p:nvPr>
            <p:ph type="title" hasCustomPrompt="1"/>
          </p:nvPr>
        </p:nvSpPr>
        <p:spPr>
          <a:xfrm>
            <a:off x="683238" y="1138020"/>
            <a:ext cx="4298335" cy="914400"/>
          </a:xfrm>
          <a:prstGeom prst="rect">
            <a:avLst/>
          </a:prstGeom>
        </p:spPr>
        <p:txBody>
          <a:bodyPr anchor="t"/>
          <a:lstStyle>
            <a:lvl1pPr>
              <a:lnSpc>
                <a:spcPts val="3600"/>
              </a:lnSpc>
              <a:defRPr sz="3600">
                <a:solidFill>
                  <a:srgbClr val="005288"/>
                </a:solidFill>
                <a:latin typeface="Franklin Gothic Heavy" panose="020B0903020102020204" pitchFamily="34" charset="0"/>
              </a:defRPr>
            </a:lvl1pPr>
          </a:lstStyle>
          <a:p>
            <a:r>
              <a:rPr lang="en-US"/>
              <a:t>TABLE OF </a:t>
            </a:r>
            <a:br>
              <a:rPr lang="en-US"/>
            </a:br>
            <a:r>
              <a:rPr lang="en-US"/>
              <a:t>CONTENT</a:t>
            </a:r>
          </a:p>
        </p:txBody>
      </p:sp>
      <p:sp>
        <p:nvSpPr>
          <p:cNvPr id="9" name="Footer Placeholder 4">
            <a:extLst>
              <a:ext uri="{FF2B5EF4-FFF2-40B4-BE49-F238E27FC236}">
                <a16:creationId xmlns:a16="http://schemas.microsoft.com/office/drawing/2014/main" id="{4F22C56A-106C-0E5F-1D4F-7E175AD10A3C}"/>
              </a:ext>
            </a:extLst>
          </p:cNvPr>
          <p:cNvSpPr txBox="1">
            <a:spLocks/>
          </p:cNvSpPr>
          <p:nvPr userDrawn="1"/>
        </p:nvSpPr>
        <p:spPr>
          <a:xfrm>
            <a:off x="738189"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10" name="Slide Number Placeholder 5">
            <a:extLst>
              <a:ext uri="{FF2B5EF4-FFF2-40B4-BE49-F238E27FC236}">
                <a16:creationId xmlns:a16="http://schemas.microsoft.com/office/drawing/2014/main" id="{9E19CA39-588F-8A10-B614-E723AB88A4C1}"/>
              </a:ext>
            </a:extLst>
          </p:cNvPr>
          <p:cNvSpPr txBox="1">
            <a:spLocks/>
          </p:cNvSpPr>
          <p:nvPr userDrawn="1"/>
        </p:nvSpPr>
        <p:spPr>
          <a:xfrm>
            <a:off x="10646748"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chemeClr val="bg1"/>
                </a:solidFill>
              </a:rPr>
              <a:t>FEMA.GOV</a:t>
            </a:r>
          </a:p>
        </p:txBody>
      </p:sp>
      <p:cxnSp>
        <p:nvCxnSpPr>
          <p:cNvPr id="11" name="Straight Connector 10">
            <a:extLst>
              <a:ext uri="{FF2B5EF4-FFF2-40B4-BE49-F238E27FC236}">
                <a16:creationId xmlns:a16="http://schemas.microsoft.com/office/drawing/2014/main" id="{AE0306DA-98AD-A0E2-B943-F4F33785C7E5}"/>
              </a:ext>
            </a:extLst>
          </p:cNvPr>
          <p:cNvCxnSpPr>
            <a:cxnSpLocks/>
          </p:cNvCxnSpPr>
          <p:nvPr userDrawn="1"/>
        </p:nvCxnSpPr>
        <p:spPr>
          <a:xfrm>
            <a:off x="4397188" y="6312051"/>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cxnSp>
        <p:nvCxnSpPr>
          <p:cNvPr id="4" name="Straight Connector 3">
            <a:extLst>
              <a:ext uri="{FF2B5EF4-FFF2-40B4-BE49-F238E27FC236}">
                <a16:creationId xmlns:a16="http://schemas.microsoft.com/office/drawing/2014/main" id="{B4EEF33D-DAFF-8C23-22A4-72E086FB7CE0}"/>
              </a:ext>
            </a:extLst>
          </p:cNvPr>
          <p:cNvCxnSpPr>
            <a:cxnSpLocks/>
          </p:cNvCxnSpPr>
          <p:nvPr userDrawn="1"/>
        </p:nvCxnSpPr>
        <p:spPr>
          <a:xfrm>
            <a:off x="5210175" y="6312051"/>
            <a:ext cx="5149440" cy="0"/>
          </a:xfrm>
          <a:prstGeom prst="line">
            <a:avLst/>
          </a:prstGeom>
          <a:ln w="19050">
            <a:solidFill>
              <a:schemeClr val="bg1"/>
            </a:solidFill>
          </a:ln>
        </p:spPr>
        <p:style>
          <a:lnRef idx="1">
            <a:schemeClr val="accent3"/>
          </a:lnRef>
          <a:fillRef idx="0">
            <a:schemeClr val="accent3"/>
          </a:fillRef>
          <a:effectRef idx="0">
            <a:schemeClr val="accent3"/>
          </a:effectRef>
          <a:fontRef idx="minor">
            <a:schemeClr val="tx1"/>
          </a:fontRef>
        </p:style>
      </p:cxnSp>
      <p:sp>
        <p:nvSpPr>
          <p:cNvPr id="3" name="Rectangle 2">
            <a:extLst>
              <a:ext uri="{FF2B5EF4-FFF2-40B4-BE49-F238E27FC236}">
                <a16:creationId xmlns:a16="http://schemas.microsoft.com/office/drawing/2014/main" id="{8C5310AB-8CEC-0439-AA42-00BCD3439538}"/>
              </a:ext>
            </a:extLst>
          </p:cNvPr>
          <p:cNvSpPr/>
          <p:nvPr userDrawn="1"/>
        </p:nvSpPr>
        <p:spPr>
          <a:xfrm>
            <a:off x="-2562" y="1138020"/>
            <a:ext cx="228600" cy="914400"/>
          </a:xfrm>
          <a:prstGeom prst="rect">
            <a:avLst/>
          </a:prstGeom>
          <a:solidFill>
            <a:srgbClr val="D24B6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Footer Placeholder 4">
            <a:extLst>
              <a:ext uri="{FF2B5EF4-FFF2-40B4-BE49-F238E27FC236}">
                <a16:creationId xmlns:a16="http://schemas.microsoft.com/office/drawing/2014/main" id="{A587D2DB-9953-1A34-EEB8-8029C343D3C2}"/>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Federal Emergency Management Agency</a:t>
            </a:r>
          </a:p>
        </p:txBody>
      </p:sp>
      <p:sp>
        <p:nvSpPr>
          <p:cNvPr id="14" name="TextBox 13">
            <a:extLst>
              <a:ext uri="{FF2B5EF4-FFF2-40B4-BE49-F238E27FC236}">
                <a16:creationId xmlns:a16="http://schemas.microsoft.com/office/drawing/2014/main" id="{48CA6B8D-786C-8916-991E-92FC63720774}"/>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solidFill>
                  <a:srgbClr val="005188"/>
                </a:solidFill>
                <a:latin typeface="+mn-lt"/>
              </a:rPr>
              <a:t>FOUO (For Official Use Only)</a:t>
            </a:r>
          </a:p>
        </p:txBody>
      </p:sp>
      <p:sp>
        <p:nvSpPr>
          <p:cNvPr id="15" name="Footer Placeholder 4">
            <a:extLst>
              <a:ext uri="{FF2B5EF4-FFF2-40B4-BE49-F238E27FC236}">
                <a16:creationId xmlns:a16="http://schemas.microsoft.com/office/drawing/2014/main" id="{6242C11A-2549-0DD2-3E3A-5ED08F4B79D3}"/>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Business Economic Analysis Data (BEAD) Tier 1 Report</a:t>
            </a:r>
          </a:p>
        </p:txBody>
      </p:sp>
      <p:sp>
        <p:nvSpPr>
          <p:cNvPr id="17" name="Slide Number Placeholder 4">
            <a:extLst>
              <a:ext uri="{FF2B5EF4-FFF2-40B4-BE49-F238E27FC236}">
                <a16:creationId xmlns:a16="http://schemas.microsoft.com/office/drawing/2014/main" id="{21719BFD-D741-DC3B-E52E-F7F725446AF3}"/>
              </a:ext>
            </a:extLst>
          </p:cNvPr>
          <p:cNvSpPr txBox="1">
            <a:spLocks/>
          </p:cNvSpPr>
          <p:nvPr userDrawn="1"/>
        </p:nvSpPr>
        <p:spPr>
          <a:xfrm>
            <a:off x="9220197" y="64515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bg1"/>
                </a:solidFill>
              </a:rPr>
              <a:pPr/>
              <a:t>‹#›</a:t>
            </a:fld>
            <a:endParaRPr lang="en-US" dirty="0">
              <a:solidFill>
                <a:schemeClr val="bg1"/>
              </a:solidFill>
            </a:endParaRPr>
          </a:p>
        </p:txBody>
      </p:sp>
    </p:spTree>
    <p:extLst>
      <p:ext uri="{BB962C8B-B14F-4D97-AF65-F5344CB8AC3E}">
        <p14:creationId xmlns:p14="http://schemas.microsoft.com/office/powerpoint/2010/main" val="1490340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0B9F23-FC0F-C3BD-202A-627C50EA2A35}"/>
              </a:ext>
            </a:extLst>
          </p:cNvPr>
          <p:cNvSpPr/>
          <p:nvPr userDrawn="1"/>
        </p:nvSpPr>
        <p:spPr>
          <a:xfrm>
            <a:off x="0" y="0"/>
            <a:ext cx="12192000" cy="6858001"/>
          </a:xfrm>
          <a:prstGeom prst="rect">
            <a:avLst/>
          </a:prstGeom>
          <a:solidFill>
            <a:srgbClr val="003D6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9" name="Title 2">
            <a:extLst>
              <a:ext uri="{FF2B5EF4-FFF2-40B4-BE49-F238E27FC236}">
                <a16:creationId xmlns:a16="http://schemas.microsoft.com/office/drawing/2014/main" id="{725A2850-52BB-81ED-890C-DD762F25E87E}"/>
              </a:ext>
            </a:extLst>
          </p:cNvPr>
          <p:cNvSpPr>
            <a:spLocks noGrp="1"/>
          </p:cNvSpPr>
          <p:nvPr>
            <p:ph type="title" hasCustomPrompt="1"/>
          </p:nvPr>
        </p:nvSpPr>
        <p:spPr>
          <a:xfrm>
            <a:off x="685800" y="2083093"/>
            <a:ext cx="10820400" cy="1246472"/>
          </a:xfrm>
          <a:prstGeom prst="rect">
            <a:avLst/>
          </a:prstGeom>
        </p:spPr>
        <p:txBody>
          <a:bodyPr>
            <a:noAutofit/>
          </a:bodyPr>
          <a:lstStyle>
            <a:lvl1pPr>
              <a:lnSpc>
                <a:spcPts val="5400"/>
              </a:lnSpc>
              <a:defRPr sz="5400" b="0">
                <a:solidFill>
                  <a:schemeClr val="bg1"/>
                </a:solidFill>
                <a:latin typeface="Franklin Gothic Heavy" panose="020B0903020102020204" pitchFamily="34" charset="0"/>
                <a:cs typeface="Arial"/>
              </a:defRPr>
            </a:lvl1pPr>
          </a:lstStyle>
          <a:p>
            <a:r>
              <a:rPr lang="en-US" dirty="0"/>
              <a:t>UPDATE TITLE GOES HERE: Hazard &amp; AOI</a:t>
            </a:r>
          </a:p>
        </p:txBody>
      </p:sp>
      <p:sp>
        <p:nvSpPr>
          <p:cNvPr id="11" name="Text Placeholder 5">
            <a:extLst>
              <a:ext uri="{FF2B5EF4-FFF2-40B4-BE49-F238E27FC236}">
                <a16:creationId xmlns:a16="http://schemas.microsoft.com/office/drawing/2014/main" id="{142E9A10-C261-AC17-40D3-568668A5F77E}"/>
              </a:ext>
            </a:extLst>
          </p:cNvPr>
          <p:cNvSpPr>
            <a:spLocks noGrp="1"/>
          </p:cNvSpPr>
          <p:nvPr>
            <p:ph type="body" sz="quarter" idx="10" hasCustomPrompt="1"/>
          </p:nvPr>
        </p:nvSpPr>
        <p:spPr>
          <a:xfrm>
            <a:off x="685799" y="3809935"/>
            <a:ext cx="10820401" cy="410936"/>
          </a:xfrm>
          <a:prstGeom prst="rect">
            <a:avLst/>
          </a:prstGeom>
        </p:spPr>
        <p:txBody>
          <a:bodyPr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a:solidFill>
                  <a:schemeClr val="bg1"/>
                </a:solidFill>
                <a:latin typeface="+mj-lt"/>
                <a:cs typeface="Aria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latin typeface="Franklin Gothic Book" panose="020B0503020102020204" pitchFamily="34" charset="0"/>
              </a:rPr>
              <a:t>Office of Business, Industry, and Infrastructure Integration (OB3I)</a:t>
            </a:r>
          </a:p>
        </p:txBody>
      </p:sp>
      <p:cxnSp>
        <p:nvCxnSpPr>
          <p:cNvPr id="13" name="Straight Connector 12">
            <a:extLst>
              <a:ext uri="{FF2B5EF4-FFF2-40B4-BE49-F238E27FC236}">
                <a16:creationId xmlns:a16="http://schemas.microsoft.com/office/drawing/2014/main" id="{6B5201C8-7CAA-7C42-838D-C5DE0E04D695}"/>
              </a:ext>
            </a:extLst>
          </p:cNvPr>
          <p:cNvCxnSpPr>
            <a:cxnSpLocks/>
          </p:cNvCxnSpPr>
          <p:nvPr userDrawn="1"/>
        </p:nvCxnSpPr>
        <p:spPr>
          <a:xfrm>
            <a:off x="685799" y="3627842"/>
            <a:ext cx="10820401" cy="0"/>
          </a:xfrm>
          <a:prstGeom prst="line">
            <a:avLst/>
          </a:prstGeom>
          <a:ln w="76200">
            <a:solidFill>
              <a:srgbClr val="3D98C1"/>
            </a:solidFill>
          </a:ln>
          <a:effectLst/>
        </p:spPr>
        <p:style>
          <a:lnRef idx="2">
            <a:schemeClr val="accent1"/>
          </a:lnRef>
          <a:fillRef idx="0">
            <a:schemeClr val="accent1"/>
          </a:fillRef>
          <a:effectRef idx="1">
            <a:schemeClr val="accent1"/>
          </a:effectRef>
          <a:fontRef idx="minor">
            <a:schemeClr val="tx1"/>
          </a:fontRef>
        </p:style>
      </p:cxnSp>
      <p:pic>
        <p:nvPicPr>
          <p:cNvPr id="4" name="Picture 3" descr="A picture containing qr code&#10;&#10;Description automatically generated">
            <a:extLst>
              <a:ext uri="{FF2B5EF4-FFF2-40B4-BE49-F238E27FC236}">
                <a16:creationId xmlns:a16="http://schemas.microsoft.com/office/drawing/2014/main" id="{7FF45BEC-92F7-F6C6-B39B-3464B35D9482}"/>
              </a:ext>
            </a:extLst>
          </p:cNvPr>
          <p:cNvPicPr>
            <a:picLocks noChangeAspect="1"/>
          </p:cNvPicPr>
          <p:nvPr userDrawn="1"/>
        </p:nvPicPr>
        <p:blipFill>
          <a:blip r:embed="rId2"/>
          <a:stretch>
            <a:fillRect/>
          </a:stretch>
        </p:blipFill>
        <p:spPr>
          <a:xfrm>
            <a:off x="656393" y="5007043"/>
            <a:ext cx="3317421" cy="1174497"/>
          </a:xfrm>
          <a:prstGeom prst="rect">
            <a:avLst/>
          </a:prstGeom>
        </p:spPr>
      </p:pic>
      <p:sp>
        <p:nvSpPr>
          <p:cNvPr id="2" name="Rectangle 1">
            <a:extLst>
              <a:ext uri="{FF2B5EF4-FFF2-40B4-BE49-F238E27FC236}">
                <a16:creationId xmlns:a16="http://schemas.microsoft.com/office/drawing/2014/main" id="{93B3D32C-DE4D-73CB-751A-A5A1ECE540DA}"/>
              </a:ext>
            </a:extLst>
          </p:cNvPr>
          <p:cNvSpPr/>
          <p:nvPr userDrawn="1"/>
        </p:nvSpPr>
        <p:spPr>
          <a:xfrm rot="16200000">
            <a:off x="1737360" y="-1055493"/>
            <a:ext cx="457200" cy="2560320"/>
          </a:xfrm>
          <a:prstGeom prst="rect">
            <a:avLst/>
          </a:prstGeom>
          <a:solidFill>
            <a:srgbClr val="D24B6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Date Placeholder 2">
            <a:extLst>
              <a:ext uri="{FF2B5EF4-FFF2-40B4-BE49-F238E27FC236}">
                <a16:creationId xmlns:a16="http://schemas.microsoft.com/office/drawing/2014/main" id="{A35269F5-FAA3-C49C-62BD-8CAC4670103C}"/>
              </a:ext>
            </a:extLst>
          </p:cNvPr>
          <p:cNvSpPr>
            <a:spLocks noGrp="1"/>
          </p:cNvSpPr>
          <p:nvPr>
            <p:ph type="dt" sz="half" idx="13"/>
          </p:nvPr>
        </p:nvSpPr>
        <p:spPr>
          <a:xfrm>
            <a:off x="1155357" y="51218"/>
            <a:ext cx="1711412" cy="365125"/>
          </a:xfrm>
        </p:spPr>
        <p:txBody>
          <a:bodyPr/>
          <a:lstStyle>
            <a:lvl1pPr>
              <a:defRPr>
                <a:solidFill>
                  <a:schemeClr val="bg1"/>
                </a:solidFill>
              </a:defRPr>
            </a:lvl1pPr>
          </a:lstStyle>
          <a:p>
            <a:r>
              <a:rPr lang="en-US" dirty="0"/>
              <a:t>Date: Day Month Year</a:t>
            </a:r>
          </a:p>
        </p:txBody>
      </p:sp>
      <p:sp>
        <p:nvSpPr>
          <p:cNvPr id="6" name="Slide Number Placeholder 4">
            <a:extLst>
              <a:ext uri="{FF2B5EF4-FFF2-40B4-BE49-F238E27FC236}">
                <a16:creationId xmlns:a16="http://schemas.microsoft.com/office/drawing/2014/main" id="{49FD57AD-F56C-E94E-3C9D-4931F1628332}"/>
              </a:ext>
            </a:extLst>
          </p:cNvPr>
          <p:cNvSpPr txBox="1">
            <a:spLocks/>
          </p:cNvSpPr>
          <p:nvPr userDrawn="1"/>
        </p:nvSpPr>
        <p:spPr>
          <a:xfrm>
            <a:off x="9247808" y="644097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bg1"/>
                </a:solidFill>
              </a:rPr>
              <a:pPr/>
              <a:t>‹#›</a:t>
            </a:fld>
            <a:endParaRPr lang="en-US">
              <a:solidFill>
                <a:schemeClr val="bg1"/>
              </a:solidFill>
            </a:endParaRPr>
          </a:p>
        </p:txBody>
      </p:sp>
      <p:sp>
        <p:nvSpPr>
          <p:cNvPr id="5" name="Text Placeholder 5">
            <a:extLst>
              <a:ext uri="{FF2B5EF4-FFF2-40B4-BE49-F238E27FC236}">
                <a16:creationId xmlns:a16="http://schemas.microsoft.com/office/drawing/2014/main" id="{EF2FFABC-F877-BBFA-5287-E2CE3A3815CB}"/>
              </a:ext>
            </a:extLst>
          </p:cNvPr>
          <p:cNvSpPr>
            <a:spLocks noGrp="1"/>
          </p:cNvSpPr>
          <p:nvPr>
            <p:ph type="body" sz="quarter" idx="14" hasCustomPrompt="1"/>
          </p:nvPr>
        </p:nvSpPr>
        <p:spPr>
          <a:xfrm>
            <a:off x="685799" y="4298910"/>
            <a:ext cx="10820401" cy="410936"/>
          </a:xfrm>
          <a:prstGeom prst="rect">
            <a:avLst/>
          </a:prstGeom>
        </p:spPr>
        <p:txBody>
          <a:bodyPr anchor="ctr">
            <a:noAutofit/>
          </a:bodyPr>
          <a:lstStyle>
            <a:lvl1pPr marL="0" indent="0">
              <a:buNone/>
              <a:defRPr sz="2000">
                <a:solidFill>
                  <a:schemeClr val="bg1"/>
                </a:solidFill>
                <a:latin typeface="+mn-lt"/>
                <a:cs typeface="Arial"/>
              </a:defRPr>
            </a:lvl1pPr>
          </a:lstStyle>
          <a:p>
            <a:r>
              <a:rPr lang="en-US" sz="2000" dirty="0"/>
              <a:t>Business Economic Analysis Data (BEAD) Tier 1 Report</a:t>
            </a:r>
          </a:p>
        </p:txBody>
      </p:sp>
      <p:sp>
        <p:nvSpPr>
          <p:cNvPr id="12" name="TextBox 11">
            <a:extLst>
              <a:ext uri="{FF2B5EF4-FFF2-40B4-BE49-F238E27FC236}">
                <a16:creationId xmlns:a16="http://schemas.microsoft.com/office/drawing/2014/main" id="{CCFE0FCA-1439-5FEB-5E4A-F56B7E9DF9CE}"/>
              </a:ext>
            </a:extLst>
          </p:cNvPr>
          <p:cNvSpPr txBox="1"/>
          <p:nvPr userDrawn="1"/>
        </p:nvSpPr>
        <p:spPr>
          <a:xfrm>
            <a:off x="4694934" y="4960909"/>
            <a:ext cx="7186405" cy="1277273"/>
          </a:xfrm>
          <a:prstGeom prst="rect">
            <a:avLst/>
          </a:prstGeom>
          <a:noFill/>
        </p:spPr>
        <p:txBody>
          <a:bodyPr wrap="square">
            <a:spAutoFit/>
          </a:bodyPr>
          <a:lstStyle/>
          <a:p>
            <a:r>
              <a:rPr lang="en-US" sz="1100" dirty="0">
                <a:solidFill>
                  <a:schemeClr val="bg1"/>
                </a:solidFill>
              </a:rPr>
              <a:t>This document is FOR OFFICIAL USE ONLY (FOUO) and may contain PRIVACY SENSITIVE information. It is to be controlled, stored, handled, transmitted, distributed, and disposed of in accordance with DHS policy relating to FOUO information. This information shall not be distributed beyond the original addresses without prior authorization of the originator. This communication, along with any attachments, is covered by Federal and State law governing electronic communications and may contain restricted and legally privileged information. If the reader of this message is not the intended recipient, you are hereby notified that any dissemination, distribution, use or copying of this message is strictly prohibited. If you have received this in error, please reply immediately to the sender and delete this message.</a:t>
            </a:r>
          </a:p>
        </p:txBody>
      </p:sp>
      <p:sp>
        <p:nvSpPr>
          <p:cNvPr id="14" name="TextBox 13">
            <a:extLst>
              <a:ext uri="{FF2B5EF4-FFF2-40B4-BE49-F238E27FC236}">
                <a16:creationId xmlns:a16="http://schemas.microsoft.com/office/drawing/2014/main" id="{2F111547-210B-47FC-878E-63ABCB799C6B}"/>
              </a:ext>
            </a:extLst>
          </p:cNvPr>
          <p:cNvSpPr txBox="1"/>
          <p:nvPr userDrawn="1"/>
        </p:nvSpPr>
        <p:spPr>
          <a:xfrm>
            <a:off x="9241506" y="110357"/>
            <a:ext cx="2926079"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sz="1400" dirty="0">
                <a:latin typeface="+mn-lt"/>
              </a:rPr>
              <a:t>FOUO (For Official Use Only)</a:t>
            </a:r>
          </a:p>
        </p:txBody>
      </p:sp>
    </p:spTree>
    <p:extLst>
      <p:ext uri="{BB962C8B-B14F-4D97-AF65-F5344CB8AC3E}">
        <p14:creationId xmlns:p14="http://schemas.microsoft.com/office/powerpoint/2010/main" val="139569687"/>
      </p:ext>
    </p:extLst>
  </p:cSld>
  <p:clrMapOvr>
    <a:masterClrMapping/>
  </p:clrMapOvr>
  <p:hf sldNum="0" hdr="0" ft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9CDC4B-449B-89E4-5473-200FC3A37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57C795-C47C-4524-E53F-336DDA4BE6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447A85-7FF5-28D9-615F-345BC78FA6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9B7345-590C-4F19-81E5-122970C30103}" type="datetimeFigureOut">
              <a:rPr lang="en-US" smtClean="0"/>
              <a:t>6/5/2026</a:t>
            </a:fld>
            <a:endParaRPr lang="en-US"/>
          </a:p>
        </p:txBody>
      </p:sp>
      <p:sp>
        <p:nvSpPr>
          <p:cNvPr id="5" name="Footer Placeholder 4">
            <a:extLst>
              <a:ext uri="{FF2B5EF4-FFF2-40B4-BE49-F238E27FC236}">
                <a16:creationId xmlns:a16="http://schemas.microsoft.com/office/drawing/2014/main" id="{745B6814-26A5-3C55-C0F9-6B52A5A5EB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4986F6-38D4-27F1-B4C6-282C72430D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99E832-C02A-4732-84CE-1F7AB8D91DC6}" type="slidenum">
              <a:rPr lang="en-US" smtClean="0"/>
              <a:t>‹#›</a:t>
            </a:fld>
            <a:endParaRPr lang="en-US"/>
          </a:p>
        </p:txBody>
      </p:sp>
    </p:spTree>
    <p:extLst>
      <p:ext uri="{BB962C8B-B14F-4D97-AF65-F5344CB8AC3E}">
        <p14:creationId xmlns:p14="http://schemas.microsoft.com/office/powerpoint/2010/main" val="338898532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720" r:id="rId3"/>
    <p:sldLayoutId id="2147483656" r:id="rId4"/>
    <p:sldLayoutId id="2147483657" r:id="rId5"/>
    <p:sldLayoutId id="2147483721" r:id="rId6"/>
    <p:sldLayoutId id="2147483722"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93D5-1AD4-51E5-497A-0D387E5874A8}"/>
              </a:ext>
            </a:extLst>
          </p:cNvPr>
          <p:cNvSpPr>
            <a:spLocks noGrp="1"/>
          </p:cNvSpPr>
          <p:nvPr>
            <p:ph type="title"/>
          </p:nvPr>
        </p:nvSpPr>
        <p:spPr>
          <a:xfrm>
            <a:off x="576072" y="2267988"/>
            <a:ext cx="10820400" cy="1246472"/>
          </a:xfrm>
        </p:spPr>
        <p:txBody>
          <a:bodyPr/>
          <a:lstStyle/>
          <a:p>
            <a:endParaRPr lang="en-US" sz="4000" dirty="0"/>
          </a:p>
        </p:txBody>
      </p:sp>
      <p:sp>
        <p:nvSpPr>
          <p:cNvPr id="3" name="Text Placeholder 2">
            <a:extLst>
              <a:ext uri="{FF2B5EF4-FFF2-40B4-BE49-F238E27FC236}">
                <a16:creationId xmlns:a16="http://schemas.microsoft.com/office/drawing/2014/main" id="{DA87D42E-C3AD-73A8-A0F2-C4954D6891D9}"/>
              </a:ext>
            </a:extLst>
          </p:cNvPr>
          <p:cNvSpPr>
            <a:spLocks noGrp="1"/>
          </p:cNvSpPr>
          <p:nvPr>
            <p:ph type="body" sz="quarter" idx="10"/>
          </p:nvPr>
        </p:nvSpPr>
        <p:spPr>
          <a:xfrm>
            <a:off x="649943" y="3738632"/>
            <a:ext cx="10820401" cy="410936"/>
          </a:xfrm>
        </p:spPr>
        <p:txBody>
          <a:bodyPr/>
          <a:lstStyle/>
          <a:p>
            <a:r>
              <a:rPr lang="en-US" dirty="0">
                <a:latin typeface="Franklin Gothic Book" panose="020B0503020102020204" pitchFamily="34" charset="0"/>
              </a:rPr>
              <a:t>Office of Business, Industry, and Infrastructure Integration (OB3I)</a:t>
            </a:r>
          </a:p>
        </p:txBody>
      </p:sp>
      <p:sp>
        <p:nvSpPr>
          <p:cNvPr id="4" name="Date Placeholder 3">
            <a:extLst>
              <a:ext uri="{FF2B5EF4-FFF2-40B4-BE49-F238E27FC236}">
                <a16:creationId xmlns:a16="http://schemas.microsoft.com/office/drawing/2014/main" id="{07D474A2-3D4E-BEED-EDCF-D42E6C4B86A8}"/>
              </a:ext>
            </a:extLst>
          </p:cNvPr>
          <p:cNvSpPr>
            <a:spLocks noGrp="1"/>
          </p:cNvSpPr>
          <p:nvPr>
            <p:ph type="dt" sz="half" idx="13"/>
          </p:nvPr>
        </p:nvSpPr>
        <p:spPr>
          <a:xfrm>
            <a:off x="1262934" y="51218"/>
            <a:ext cx="1711412" cy="365125"/>
          </a:xfrm>
        </p:spPr>
        <p:txBody>
          <a:bodyPr/>
          <a:lstStyle/>
          <a:p>
            <a:fld id="{9D4E5F88-D89E-4A97-821C-88B10228614E}" type="datetime1">
              <a:rPr lang="en-US" smtClean="0"/>
              <a:t>6/5/2026</a:t>
            </a:fld>
            <a:endParaRPr lang="en-US" dirty="0"/>
          </a:p>
        </p:txBody>
      </p:sp>
      <p:sp>
        <p:nvSpPr>
          <p:cNvPr id="8" name="Text Placeholder 2">
            <a:extLst>
              <a:ext uri="{FF2B5EF4-FFF2-40B4-BE49-F238E27FC236}">
                <a16:creationId xmlns:a16="http://schemas.microsoft.com/office/drawing/2014/main" id="{D4112081-D721-04F7-D3DD-DB66E4D27A28}"/>
              </a:ext>
            </a:extLst>
          </p:cNvPr>
          <p:cNvSpPr txBox="1">
            <a:spLocks/>
          </p:cNvSpPr>
          <p:nvPr/>
        </p:nvSpPr>
        <p:spPr>
          <a:xfrm>
            <a:off x="685799" y="4156074"/>
            <a:ext cx="10820401" cy="410936"/>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mj-lt"/>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mn-lt"/>
              </a:rPr>
              <a:t>Business Economic Analysis Data (BEAD) Tier 1 Report</a:t>
            </a:r>
          </a:p>
        </p:txBody>
      </p:sp>
    </p:spTree>
    <p:extLst>
      <p:ext uri="{BB962C8B-B14F-4D97-AF65-F5344CB8AC3E}">
        <p14:creationId xmlns:p14="http://schemas.microsoft.com/office/powerpoint/2010/main" val="3098244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DA4DFC-637B-503B-A1BD-EA9027B7BAF9}"/>
              </a:ext>
            </a:extLst>
          </p:cNvPr>
          <p:cNvSpPr>
            <a:spLocks noGrp="1"/>
          </p:cNvSpPr>
          <p:nvPr>
            <p:ph idx="1"/>
          </p:nvPr>
        </p:nvSpPr>
        <p:spPr>
          <a:xfrm>
            <a:off x="5431699" y="1380966"/>
            <a:ext cx="6559175" cy="4860177"/>
          </a:xfrm>
        </p:spPr>
        <p:txBody>
          <a:bodyPr vert="horz" lIns="91440" tIns="45720" rIns="91440" bIns="45720" rtlCol="0" anchor="t">
            <a:normAutofit/>
          </a:bodyPr>
          <a:lstStyle/>
          <a:p>
            <a:r>
              <a:rPr lang="en-US" sz="2000" b="1" dirty="0">
                <a:latin typeface="Franklin Gothic Book" panose="020B0503020102020204" pitchFamily="34" charset="0"/>
              </a:rPr>
              <a:t>Purpose of the BEAD Tier 1 Report:</a:t>
            </a:r>
          </a:p>
          <a:p>
            <a:r>
              <a:rPr lang="en-US" dirty="0">
                <a:latin typeface="Franklin Gothic Book"/>
              </a:rPr>
              <a:t>The intent of this report is to provide FEMA leadership with a high-level view of the potential economic and supply chain risks from the </a:t>
            </a:r>
            <a:r>
              <a:rPr lang="en-US" dirty="0">
                <a:solidFill>
                  <a:srgbClr val="FFFF00"/>
                </a:solidFill>
                <a:latin typeface="Franklin Gothic Book"/>
              </a:rPr>
              <a:t>[Name of event/disaster]</a:t>
            </a:r>
            <a:r>
              <a:rPr lang="en-US" dirty="0">
                <a:latin typeface="Franklin Gothic Book"/>
              </a:rPr>
              <a:t>.</a:t>
            </a:r>
          </a:p>
          <a:p>
            <a:r>
              <a:rPr lang="en-US" dirty="0">
                <a:latin typeface="Franklin Gothic Book" panose="020B0503020102020204" pitchFamily="34" charset="0"/>
              </a:rPr>
              <a:t>The report aims to highlight critical infrastructure and industries that may be at risk, outline possible cascading impacts to industries, and consider the broader economic consequences of disruption. </a:t>
            </a:r>
          </a:p>
          <a:p>
            <a:r>
              <a:rPr lang="en-US" dirty="0">
                <a:latin typeface="Franklin Gothic Book"/>
              </a:rPr>
              <a:t>The goal is to support decision-making by identifying where local damage could create national effects and what priorities may guide response and recovery.</a:t>
            </a:r>
          </a:p>
          <a:p>
            <a:br>
              <a:rPr lang="en-US" sz="2000" b="1" dirty="0">
                <a:latin typeface="Franklin Gothic Book" panose="020B0503020102020204" pitchFamily="34" charset="0"/>
              </a:rPr>
            </a:br>
            <a:r>
              <a:rPr lang="en-US" sz="2000" b="1" u="sng" dirty="0">
                <a:latin typeface="Franklin Gothic Book"/>
              </a:rPr>
              <a:t>Area of Interest</a:t>
            </a:r>
            <a:r>
              <a:rPr lang="en-US" sz="2000" b="1" dirty="0">
                <a:latin typeface="Franklin Gothic Book"/>
              </a:rPr>
              <a:t>: </a:t>
            </a:r>
            <a:r>
              <a:rPr lang="en-US" sz="2000" b="1" dirty="0">
                <a:solidFill>
                  <a:srgbClr val="FFFF00"/>
                </a:solidFill>
                <a:latin typeface="Franklin Gothic Book"/>
              </a:rPr>
              <a:t>AOI(s)</a:t>
            </a:r>
            <a:br>
              <a:rPr lang="en-US" sz="2000" b="1" dirty="0">
                <a:latin typeface="Franklin Gothic Book" panose="020B0503020102020204" pitchFamily="34" charset="0"/>
              </a:rPr>
            </a:br>
            <a:br>
              <a:rPr lang="en-US" sz="2000" b="1" dirty="0">
                <a:latin typeface="Franklin Gothic Book" panose="020B0503020102020204" pitchFamily="34" charset="0"/>
              </a:rPr>
            </a:br>
            <a:r>
              <a:rPr lang="en-US" sz="2000" b="1" u="sng" dirty="0">
                <a:latin typeface="Franklin Gothic Book"/>
              </a:rPr>
              <a:t>Hazard</a:t>
            </a:r>
            <a:r>
              <a:rPr lang="en-US" sz="2000" b="1" dirty="0">
                <a:latin typeface="Franklin Gothic Book"/>
              </a:rPr>
              <a:t>: </a:t>
            </a:r>
            <a:r>
              <a:rPr lang="en-US" sz="2000" b="1" dirty="0">
                <a:solidFill>
                  <a:srgbClr val="FFFF00"/>
                </a:solidFill>
                <a:latin typeface="Franklin Gothic Book"/>
              </a:rPr>
              <a:t>Name of Disaster</a:t>
            </a:r>
          </a:p>
        </p:txBody>
      </p:sp>
      <p:sp>
        <p:nvSpPr>
          <p:cNvPr id="3" name="Picture Placeholder 2">
            <a:extLst>
              <a:ext uri="{FF2B5EF4-FFF2-40B4-BE49-F238E27FC236}">
                <a16:creationId xmlns:a16="http://schemas.microsoft.com/office/drawing/2014/main" id="{D6F4E7FE-1136-B42E-3543-EC975D754B9C}"/>
              </a:ext>
            </a:extLst>
          </p:cNvPr>
          <p:cNvSpPr>
            <a:spLocks noGrp="1"/>
          </p:cNvSpPr>
          <p:nvPr>
            <p:ph type="pic" sz="quarter" idx="13"/>
          </p:nvPr>
        </p:nvSpPr>
        <p:spPr/>
        <p:txBody>
          <a:bodyPr>
            <a:normAutofit/>
          </a:bodyPr>
          <a:lstStyle/>
          <a:p>
            <a:r>
              <a:rPr lang="en-US" dirty="0"/>
              <a:t>Executive Summary </a:t>
            </a:r>
          </a:p>
          <a:p>
            <a:r>
              <a:rPr lang="en-US" dirty="0"/>
              <a:t>Hazard Overview </a:t>
            </a:r>
          </a:p>
          <a:p>
            <a:r>
              <a:rPr lang="en-US" dirty="0"/>
              <a:t>Event Footprint vs. U.S. Economy </a:t>
            </a:r>
          </a:p>
          <a:p>
            <a:r>
              <a:rPr lang="en-US" dirty="0"/>
              <a:t>Headliner Industries</a:t>
            </a:r>
          </a:p>
          <a:p>
            <a:r>
              <a:rPr lang="en-US" dirty="0"/>
              <a:t>Critical Infrastructure </a:t>
            </a:r>
          </a:p>
          <a:p>
            <a:r>
              <a:rPr lang="en-US" dirty="0"/>
              <a:t>Ripple Forecast</a:t>
            </a:r>
          </a:p>
          <a:p>
            <a:r>
              <a:rPr lang="en-US" dirty="0"/>
              <a:t>Socio-Economic Profile </a:t>
            </a:r>
          </a:p>
          <a:p>
            <a:r>
              <a:rPr lang="en-US" dirty="0"/>
              <a:t>Appendix</a:t>
            </a:r>
          </a:p>
        </p:txBody>
      </p:sp>
      <p:sp>
        <p:nvSpPr>
          <p:cNvPr id="4" name="Title 3">
            <a:extLst>
              <a:ext uri="{FF2B5EF4-FFF2-40B4-BE49-F238E27FC236}">
                <a16:creationId xmlns:a16="http://schemas.microsoft.com/office/drawing/2014/main" id="{6C8E8FEB-7AD1-F466-B57A-539DD1B5E63F}"/>
              </a:ext>
            </a:extLst>
          </p:cNvPr>
          <p:cNvSpPr>
            <a:spLocks noGrp="1"/>
          </p:cNvSpPr>
          <p:nvPr>
            <p:ph type="title"/>
          </p:nvPr>
        </p:nvSpPr>
        <p:spPr/>
        <p:txBody>
          <a:bodyPr>
            <a:normAutofit fontScale="90000"/>
          </a:bodyPr>
          <a:lstStyle/>
          <a:p>
            <a:r>
              <a:rPr lang="en-US"/>
              <a:t>TABLE OF</a:t>
            </a:r>
            <a:br>
              <a:rPr lang="en-US"/>
            </a:br>
            <a:r>
              <a:rPr lang="en-US"/>
              <a:t>CONTENTS</a:t>
            </a:r>
          </a:p>
        </p:txBody>
      </p:sp>
      <p:sp>
        <p:nvSpPr>
          <p:cNvPr id="6" name="Slide Number Placeholder 5">
            <a:extLst>
              <a:ext uri="{FF2B5EF4-FFF2-40B4-BE49-F238E27FC236}">
                <a16:creationId xmlns:a16="http://schemas.microsoft.com/office/drawing/2014/main" id="{0B254D91-3C98-618C-977D-6E0B4B18303D}"/>
              </a:ext>
            </a:extLst>
          </p:cNvPr>
          <p:cNvSpPr>
            <a:spLocks noGrp="1"/>
          </p:cNvSpPr>
          <p:nvPr>
            <p:ph type="sldNum" sz="quarter" idx="4294967295"/>
          </p:nvPr>
        </p:nvSpPr>
        <p:spPr>
          <a:xfrm>
            <a:off x="11142130" y="6465777"/>
            <a:ext cx="914403" cy="274320"/>
          </a:xfrm>
        </p:spPr>
        <p:txBody>
          <a:bodyPr/>
          <a:lstStyle/>
          <a:p>
            <a:fld id="{8FCC257D-A786-9244-9E17-CE618C8B9275}" type="slidenum">
              <a:rPr lang="en-US" smtClean="0">
                <a:solidFill>
                  <a:schemeClr val="bg1"/>
                </a:solidFill>
              </a:rPr>
              <a:pPr/>
              <a:t>2</a:t>
            </a:fld>
            <a:endParaRPr lang="en-US">
              <a:solidFill>
                <a:schemeClr val="bg1"/>
              </a:solidFill>
            </a:endParaRPr>
          </a:p>
        </p:txBody>
      </p:sp>
      <p:sp>
        <p:nvSpPr>
          <p:cNvPr id="7" name="Rectangle 6">
            <a:extLst>
              <a:ext uri="{FF2B5EF4-FFF2-40B4-BE49-F238E27FC236}">
                <a16:creationId xmlns:a16="http://schemas.microsoft.com/office/drawing/2014/main" id="{EEF1F8DE-D00B-C323-9CA2-F03E050FB30C}"/>
              </a:ext>
            </a:extLst>
          </p:cNvPr>
          <p:cNvSpPr/>
          <p:nvPr/>
        </p:nvSpPr>
        <p:spPr>
          <a:xfrm>
            <a:off x="5336419" y="4837958"/>
            <a:ext cx="6720114" cy="1262743"/>
          </a:xfrm>
          <a:prstGeom prst="rect">
            <a:avLst/>
          </a:prstGeom>
          <a:noFill/>
          <a:ln w="38100">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9977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34813-2202-0D4D-C94A-AF24775767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BF4FC66-2BCA-BFE2-20E0-038CB0BFBABD}"/>
              </a:ext>
            </a:extLst>
          </p:cNvPr>
          <p:cNvSpPr>
            <a:spLocks noGrp="1"/>
          </p:cNvSpPr>
          <p:nvPr>
            <p:ph type="body" sz="quarter" idx="15"/>
          </p:nvPr>
        </p:nvSpPr>
        <p:spPr>
          <a:xfrm>
            <a:off x="507999" y="2346476"/>
            <a:ext cx="10927471" cy="3713314"/>
          </a:xfrm>
        </p:spPr>
        <p:txBody>
          <a:bodyPr vert="horz" lIns="91440" tIns="45720" rIns="91440" bIns="45720" rtlCol="0" anchor="t">
            <a:noAutofit/>
          </a:bodyPr>
          <a:lstStyle/>
          <a:p>
            <a:r>
              <a:rPr lang="en-US" sz="1400" dirty="0"/>
              <a:t>Should answer: </a:t>
            </a:r>
          </a:p>
          <a:p>
            <a:pPr marL="228600" indent="-228600">
              <a:buAutoNum type="arabicPeriod"/>
            </a:pPr>
            <a:r>
              <a:rPr lang="en-US" sz="1400" dirty="0"/>
              <a:t>What are the national/global-level economic/supply chain impacts of an incident?</a:t>
            </a:r>
          </a:p>
          <a:p>
            <a:pPr marL="228600" indent="-228600">
              <a:buAutoNum type="arabicPeriod"/>
            </a:pPr>
            <a:r>
              <a:rPr lang="en-US" sz="1400" dirty="0"/>
              <a:t>What national and global economic/supply chain impacts should FEMA senior-leadership be aware of resulting from this incident?</a:t>
            </a:r>
          </a:p>
          <a:p>
            <a:pPr marL="228600" indent="-228600">
              <a:buAutoNum type="arabicPeriod"/>
            </a:pPr>
            <a:r>
              <a:rPr lang="en-US" sz="1400" dirty="0"/>
              <a:t>What are the economic/industry interdependencies of a threat/hazard situation?</a:t>
            </a:r>
          </a:p>
          <a:p>
            <a:pPr marL="228600" indent="-228600">
              <a:buAutoNum type="arabicPeriod"/>
            </a:pPr>
            <a:endParaRPr lang="en-US" sz="1400" dirty="0"/>
          </a:p>
          <a:p>
            <a:r>
              <a:rPr lang="en-US" sz="1400" dirty="0"/>
              <a:t>Notes:</a:t>
            </a:r>
          </a:p>
          <a:p>
            <a:pPr marL="228600" indent="-228600">
              <a:buAutoNum type="arabicPeriod"/>
            </a:pPr>
            <a:r>
              <a:rPr lang="en-US" sz="1400" dirty="0"/>
              <a:t>The BLUF is a one or 2 sentence summary of the MOST IMPORTANT takeaways from this report.</a:t>
            </a:r>
            <a:endParaRPr lang="en-US" sz="1300" dirty="0">
              <a:latin typeface="Franklin Gothic Book"/>
            </a:endParaRPr>
          </a:p>
          <a:p>
            <a:pPr marL="228600" indent="-228600">
              <a:buAutoNum type="arabicPeriod"/>
            </a:pPr>
            <a:r>
              <a:rPr lang="en-US" sz="1300" dirty="0">
                <a:latin typeface="Franklin Gothic Book"/>
              </a:rPr>
              <a:t>Supporting bullets should summarize key takeaways from each of the slides, starting with the most important information at the top</a:t>
            </a:r>
          </a:p>
          <a:p>
            <a:pPr marL="228600" indent="-228600">
              <a:buAutoNum type="arabicPeriod"/>
            </a:pPr>
            <a:r>
              <a:rPr lang="en-US" sz="1300" dirty="0">
                <a:latin typeface="Franklin Gothic Book"/>
              </a:rPr>
              <a:t>Font should always be Franklin Gothic Book &amp; never smaller than size 12, ideally size 14</a:t>
            </a:r>
          </a:p>
          <a:p>
            <a:pPr marL="228600" indent="-228600">
              <a:buAutoNum type="arabicPeriod"/>
            </a:pPr>
            <a:r>
              <a:rPr lang="en-US" sz="1300" b="1" dirty="0">
                <a:latin typeface="Franklin Gothic Book"/>
              </a:rPr>
              <a:t>BLUF can be one font size larger if there is room, but should always be bolded – needs to answer the “So what”</a:t>
            </a:r>
            <a:endParaRPr lang="en-US" sz="1400" b="1" dirty="0"/>
          </a:p>
        </p:txBody>
      </p:sp>
      <p:sp>
        <p:nvSpPr>
          <p:cNvPr id="3" name="Title 2">
            <a:extLst>
              <a:ext uri="{FF2B5EF4-FFF2-40B4-BE49-F238E27FC236}">
                <a16:creationId xmlns:a16="http://schemas.microsoft.com/office/drawing/2014/main" id="{8E41C69A-33C3-7C29-1D4F-44BCCA395A0F}"/>
              </a:ext>
            </a:extLst>
          </p:cNvPr>
          <p:cNvSpPr>
            <a:spLocks noGrp="1"/>
          </p:cNvSpPr>
          <p:nvPr>
            <p:ph type="ctrTitle"/>
          </p:nvPr>
        </p:nvSpPr>
        <p:spPr>
          <a:xfrm>
            <a:off x="579423" y="733393"/>
            <a:ext cx="10981116" cy="400553"/>
          </a:xfrm>
        </p:spPr>
        <p:txBody>
          <a:bodyPr/>
          <a:lstStyle/>
          <a:p>
            <a:r>
              <a:rPr lang="en-US" dirty="0">
                <a:latin typeface="Franklin Gothic Heavy"/>
              </a:rPr>
              <a:t>Executive Summary – </a:t>
            </a:r>
            <a:r>
              <a:rPr lang="en-US" dirty="0">
                <a:highlight>
                  <a:srgbClr val="FFFF00"/>
                </a:highlight>
                <a:latin typeface="Franklin Gothic Heavy"/>
              </a:rPr>
              <a:t>[AOI] | [Hazard/Event Name]</a:t>
            </a:r>
          </a:p>
        </p:txBody>
      </p:sp>
      <p:sp>
        <p:nvSpPr>
          <p:cNvPr id="4" name="Text Placeholder 3">
            <a:extLst>
              <a:ext uri="{FF2B5EF4-FFF2-40B4-BE49-F238E27FC236}">
                <a16:creationId xmlns:a16="http://schemas.microsoft.com/office/drawing/2014/main" id="{16237560-255A-F0D0-6F51-85597BE2921D}"/>
              </a:ext>
            </a:extLst>
          </p:cNvPr>
          <p:cNvSpPr>
            <a:spLocks noGrp="1"/>
          </p:cNvSpPr>
          <p:nvPr>
            <p:ph type="body" sz="quarter" idx="16"/>
          </p:nvPr>
        </p:nvSpPr>
        <p:spPr>
          <a:xfrm>
            <a:off x="422030" y="1519239"/>
            <a:ext cx="11416402" cy="725638"/>
          </a:xfrm>
        </p:spPr>
        <p:txBody>
          <a:bodyPr vert="horz" lIns="91440" tIns="45720" rIns="91440" bIns="45720" rtlCol="0" anchor="t">
            <a:normAutofit/>
          </a:bodyPr>
          <a:lstStyle/>
          <a:p>
            <a:endParaRPr lang="en-US" sz="1600" b="1" dirty="0"/>
          </a:p>
        </p:txBody>
      </p:sp>
      <p:sp>
        <p:nvSpPr>
          <p:cNvPr id="6" name="TextBox 5">
            <a:extLst>
              <a:ext uri="{FF2B5EF4-FFF2-40B4-BE49-F238E27FC236}">
                <a16:creationId xmlns:a16="http://schemas.microsoft.com/office/drawing/2014/main" id="{B4E9168B-4E90-3B6D-52C1-F212517C1A36}"/>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641671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C8EAA-AF7A-74C3-1050-19295B739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B9142-9082-F294-F9AC-1278A8C1145B}"/>
              </a:ext>
            </a:extLst>
          </p:cNvPr>
          <p:cNvSpPr>
            <a:spLocks noGrp="1"/>
          </p:cNvSpPr>
          <p:nvPr>
            <p:ph type="title"/>
          </p:nvPr>
        </p:nvSpPr>
        <p:spPr>
          <a:xfrm>
            <a:off x="607320" y="820410"/>
            <a:ext cx="11329752" cy="457200"/>
          </a:xfrm>
        </p:spPr>
        <p:txBody>
          <a:bodyPr/>
          <a:lstStyle/>
          <a:p>
            <a:r>
              <a:rPr lang="en-US" sz="2800" dirty="0">
                <a:latin typeface="Franklin Gothic Heavy"/>
              </a:rPr>
              <a:t>Hazard Overview – </a:t>
            </a:r>
            <a:r>
              <a:rPr lang="en-US" sz="2800" dirty="0">
                <a:solidFill>
                  <a:srgbClr val="FFFF00"/>
                </a:solidFill>
                <a:latin typeface="Franklin Gothic Heavy"/>
              </a:rPr>
              <a:t>[Type of Hazard Information Shown]</a:t>
            </a:r>
          </a:p>
        </p:txBody>
      </p:sp>
      <p:sp>
        <p:nvSpPr>
          <p:cNvPr id="10" name="Text Placeholder 3">
            <a:extLst>
              <a:ext uri="{FF2B5EF4-FFF2-40B4-BE49-F238E27FC236}">
                <a16:creationId xmlns:a16="http://schemas.microsoft.com/office/drawing/2014/main" id="{B66A41AF-6E55-565A-6CDD-9F5E891DE260}"/>
              </a:ext>
            </a:extLst>
          </p:cNvPr>
          <p:cNvSpPr txBox="1">
            <a:spLocks/>
          </p:cNvSpPr>
          <p:nvPr/>
        </p:nvSpPr>
        <p:spPr>
          <a:xfrm>
            <a:off x="336378" y="1744858"/>
            <a:ext cx="3972875" cy="431520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Key BLUF/takeaway statement summarizing the most important information on this slide (bolded, no period, no bullet) – needs to answer the “So what”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t>Map comes from analysts - </a:t>
            </a:r>
            <a:r>
              <a:rPr lang="en-US" sz="1800" b="0" dirty="0" err="1"/>
              <a:t>GeoCube</a:t>
            </a:r>
            <a:r>
              <a:rPr lang="en-US" sz="1800" b="0" dirty="0"/>
              <a:t>/QGIS or authoritative weather source</a:t>
            </a:r>
          </a:p>
          <a:p>
            <a:pPr>
              <a:lnSpc>
                <a:spcPct val="100000"/>
              </a:lnSpc>
            </a:pPr>
            <a:r>
              <a:rPr lang="en-US" sz="1800" b="0" dirty="0"/>
              <a:t>Can be multiple slides if multiple hazard considerations – flood, wind, landslide, etc.</a:t>
            </a:r>
          </a:p>
          <a:p>
            <a:pPr>
              <a:lnSpc>
                <a:spcPct val="100000"/>
              </a:lnSpc>
            </a:pPr>
            <a:endParaRPr lang="en-US" sz="1800" b="0" dirty="0"/>
          </a:p>
        </p:txBody>
      </p:sp>
      <p:sp>
        <p:nvSpPr>
          <p:cNvPr id="16" name="TextBox 15">
            <a:extLst>
              <a:ext uri="{FF2B5EF4-FFF2-40B4-BE49-F238E27FC236}">
                <a16:creationId xmlns:a16="http://schemas.microsoft.com/office/drawing/2014/main" id="{3099FD5A-CB4E-918A-8C33-BDC38D24A1C2}"/>
              </a:ext>
            </a:extLst>
          </p:cNvPr>
          <p:cNvSpPr txBox="1"/>
          <p:nvPr/>
        </p:nvSpPr>
        <p:spPr>
          <a:xfrm>
            <a:off x="4368420" y="5968868"/>
            <a:ext cx="5944557" cy="253916"/>
          </a:xfrm>
          <a:prstGeom prst="rect">
            <a:avLst/>
          </a:prstGeom>
          <a:noFill/>
        </p:spPr>
        <p:txBody>
          <a:bodyPr wrap="square">
            <a:spAutoFit/>
          </a:bodyPr>
          <a:lstStyle/>
          <a:p>
            <a:r>
              <a:rPr lang="en-US" sz="1050" b="1" dirty="0"/>
              <a:t>Timestamp information when we pulled hazard data.</a:t>
            </a:r>
          </a:p>
        </p:txBody>
      </p:sp>
      <p:sp>
        <p:nvSpPr>
          <p:cNvPr id="3" name="Content Placeholder 2" title="{hazard_overview_map}" descr="{hazard_overview_map}">
            <a:extLst>
              <a:ext uri="{FF2B5EF4-FFF2-40B4-BE49-F238E27FC236}">
                <a16:creationId xmlns:a16="http://schemas.microsoft.com/office/drawing/2014/main" id="{88CC745F-7583-9457-A116-C48F8E73A814}"/>
              </a:ext>
            </a:extLst>
          </p:cNvPr>
          <p:cNvSpPr>
            <a:spLocks noGrp="1"/>
          </p:cNvSpPr>
          <p:nvPr>
            <p:ph sz="quarter" idx="13"/>
          </p:nvPr>
        </p:nvSpPr>
        <p:spPr>
          <a:xfrm>
            <a:off x="4448287" y="1818045"/>
            <a:ext cx="7062675" cy="4141385"/>
          </a:xfrm>
        </p:spPr>
        <p:txBody>
          <a:bodyPr/>
          <a:lstStyle/>
          <a:p>
            <a:r>
              <a:t>{hazard_overview_map}</a:t>
            </a:r>
          </a:p>
        </p:txBody>
      </p:sp>
      <p:sp>
        <p:nvSpPr>
          <p:cNvPr id="12" name="TextBox 11">
            <a:extLst>
              <a:ext uri="{FF2B5EF4-FFF2-40B4-BE49-F238E27FC236}">
                <a16:creationId xmlns:a16="http://schemas.microsoft.com/office/drawing/2014/main" id="{1BB9A924-F7FF-6EF1-BDD3-27FCB2416FD9}"/>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1483550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F5B73-2C3C-CD11-C5BF-732BE1FBA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CD923-FAA4-52C7-C926-6419C9DF398D}"/>
              </a:ext>
            </a:extLst>
          </p:cNvPr>
          <p:cNvSpPr>
            <a:spLocks noGrp="1"/>
          </p:cNvSpPr>
          <p:nvPr>
            <p:ph type="title"/>
          </p:nvPr>
        </p:nvSpPr>
        <p:spPr>
          <a:xfrm>
            <a:off x="4632799" y="2045889"/>
            <a:ext cx="6721549" cy="1942096"/>
          </a:xfrm>
        </p:spPr>
        <p:txBody>
          <a:bodyPr/>
          <a:lstStyle/>
          <a:p>
            <a:r>
              <a:rPr lang="en-US" dirty="0">
                <a:solidFill>
                  <a:srgbClr val="FFFF00"/>
                </a:solidFill>
              </a:rPr>
              <a:t>Area of Interest (Aggregation Levels)</a:t>
            </a:r>
          </a:p>
        </p:txBody>
      </p:sp>
    </p:spTree>
    <p:extLst>
      <p:ext uri="{BB962C8B-B14F-4D97-AF65-F5344CB8AC3E}">
        <p14:creationId xmlns:p14="http://schemas.microsoft.com/office/powerpoint/2010/main" val="77757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928C-D754-A4C8-C5A1-19160D770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B641C-DFB2-E57D-0FFA-5205D73A0DB3}"/>
              </a:ext>
            </a:extLst>
          </p:cNvPr>
          <p:cNvSpPr>
            <a:spLocks noGrp="1"/>
          </p:cNvSpPr>
          <p:nvPr>
            <p:ph type="title"/>
          </p:nvPr>
        </p:nvSpPr>
        <p:spPr>
          <a:xfrm>
            <a:off x="684519" y="890224"/>
            <a:ext cx="10822962" cy="457200"/>
          </a:xfrm>
        </p:spPr>
        <p:txBody>
          <a:bodyPr/>
          <a:lstStyle/>
          <a:p>
            <a:r>
              <a:rPr lang="en-US" sz="3200" dirty="0">
                <a:latin typeface="Franklin Gothic Heavy"/>
              </a:rPr>
              <a:t>Event Footprint vs. U.S. Economy: </a:t>
            </a:r>
            <a:r>
              <a:rPr lang="en-US" sz="3200" dirty="0">
                <a:solidFill>
                  <a:srgbClr val="FFFF00"/>
                </a:solidFill>
                <a:latin typeface="Franklin Gothic Heavy"/>
              </a:rPr>
              <a:t>[AOI]</a:t>
            </a:r>
            <a:endParaRPr lang="en-US" sz="3200" dirty="0">
              <a:solidFill>
                <a:srgbClr val="FFFF00"/>
              </a:solidFill>
            </a:endParaRPr>
          </a:p>
        </p:txBody>
      </p:sp>
      <p:sp>
        <p:nvSpPr>
          <p:cNvPr id="6" name="TextBox 5">
            <a:extLst>
              <a:ext uri="{FF2B5EF4-FFF2-40B4-BE49-F238E27FC236}">
                <a16:creationId xmlns:a16="http://schemas.microsoft.com/office/drawing/2014/main" id="{F4EF3259-0C8A-0AEA-D8C0-59AED1553752}"/>
              </a:ext>
            </a:extLst>
          </p:cNvPr>
          <p:cNvSpPr txBox="1"/>
          <p:nvPr/>
        </p:nvSpPr>
        <p:spPr>
          <a:xfrm>
            <a:off x="5981799" y="1799276"/>
            <a:ext cx="5967193" cy="18364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Key Takeaway(s): </a:t>
            </a:r>
            <a:endParaRPr lang="en-US" sz="1600" dirty="0"/>
          </a:p>
          <a:p>
            <a:pPr marL="228600" indent="-228600">
              <a:lnSpc>
                <a:spcPct val="80000"/>
              </a:lnSpc>
              <a:spcBef>
                <a:spcPts val="1000"/>
              </a:spcBef>
              <a:buFont typeface="Arial" panose="020B0604020202020204" pitchFamily="34" charset="0"/>
              <a:buChar char="•"/>
            </a:pPr>
            <a:r>
              <a:rPr lang="en-US" sz="1600" dirty="0">
                <a:ea typeface="+mn-lt"/>
                <a:cs typeface="+mn-lt"/>
              </a:rPr>
              <a:t>Supporting information or statistics </a:t>
            </a:r>
          </a:p>
          <a:p>
            <a:pPr marL="228600" indent="-228600">
              <a:lnSpc>
                <a:spcPct val="80000"/>
              </a:lnSpc>
              <a:spcBef>
                <a:spcPts val="1000"/>
              </a:spcBef>
              <a:buFont typeface="Arial" panose="020B0604020202020204" pitchFamily="34" charset="0"/>
              <a:buChar char="•"/>
            </a:pPr>
            <a:r>
              <a:rPr lang="en-US" sz="1600" dirty="0">
                <a:ea typeface="+mn-lt"/>
                <a:cs typeface="+mn-lt"/>
              </a:rPr>
              <a:t>Never add periods to the end of bullets </a:t>
            </a:r>
          </a:p>
          <a:p>
            <a:pPr marL="228600" indent="-228600">
              <a:lnSpc>
                <a:spcPct val="80000"/>
              </a:lnSpc>
              <a:spcBef>
                <a:spcPts val="1000"/>
              </a:spcBef>
              <a:buFont typeface="Arial" panose="020B0604020202020204" pitchFamily="34" charset="0"/>
              <a:buChar char="•"/>
            </a:pPr>
            <a:r>
              <a:rPr lang="en-US" sz="1600" dirty="0">
                <a:ea typeface="+mn-lt"/>
                <a:cs typeface="+mn-lt"/>
              </a:rPr>
              <a:t>Font should always be Franklin Gothic Book &amp; never smaller than size 12, ideally size 14</a:t>
            </a:r>
          </a:p>
          <a:p>
            <a:pPr marL="228600" indent="-228600">
              <a:lnSpc>
                <a:spcPct val="80000"/>
              </a:lnSpc>
              <a:spcBef>
                <a:spcPts val="1000"/>
              </a:spcBef>
              <a:buFont typeface="Arial" panose="020B0604020202020204" pitchFamily="34" charset="0"/>
              <a:buChar char="•"/>
            </a:pPr>
            <a:r>
              <a:rPr lang="en-US" sz="1600" dirty="0">
                <a:ea typeface="+mn-lt"/>
                <a:cs typeface="+mn-lt"/>
              </a:rPr>
              <a:t>Table comes from running python notebook: _event_footprint.py</a:t>
            </a:r>
          </a:p>
        </p:txBody>
      </p:sp>
      <p:sp>
        <p:nvSpPr>
          <p:cNvPr id="9" name="Text Placeholder 8">
            <a:extLst>
              <a:ext uri="{FF2B5EF4-FFF2-40B4-BE49-F238E27FC236}">
                <a16:creationId xmlns:a16="http://schemas.microsoft.com/office/drawing/2014/main" id="{D5E40E2A-06FB-C203-2E7B-D45780383218}"/>
              </a:ext>
            </a:extLst>
          </p:cNvPr>
          <p:cNvSpPr>
            <a:spLocks noGrp="1"/>
          </p:cNvSpPr>
          <p:nvPr>
            <p:ph type="body" sz="quarter" idx="14"/>
          </p:nvPr>
        </p:nvSpPr>
        <p:spPr>
          <a:xfrm>
            <a:off x="444405" y="1839558"/>
            <a:ext cx="5230254" cy="2205317"/>
          </a:xfrm>
        </p:spPr>
        <p:txBody>
          <a:bodyPr/>
          <a:lstStyle/>
          <a:p>
            <a:pPr>
              <a:buNone/>
            </a:pPr>
            <a:r>
              <a:rPr lang="en-US" dirty="0"/>
              <a:t>Key BLUF/takeaway statement summarizing the most important information on this slide (bolded, no period, no bullet) – needs to answer the “So what”</a:t>
            </a:r>
          </a:p>
          <a:p>
            <a:pPr>
              <a:buNone/>
            </a:pPr>
            <a:endParaRPr lang="en-US" dirty="0"/>
          </a:p>
        </p:txBody>
      </p:sp>
      <p:sp>
        <p:nvSpPr>
          <p:cNvPr id="10" name="TextBox 9">
            <a:extLst>
              <a:ext uri="{FF2B5EF4-FFF2-40B4-BE49-F238E27FC236}">
                <a16:creationId xmlns:a16="http://schemas.microsoft.com/office/drawing/2014/main" id="{C58F552A-E68D-FF76-5C74-7ADCBCAE914B}"/>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
        <p:nvSpPr>
          <p:cNvPr id="3" name="Content Placeholder 2" title="{event_footprint_table}" descr="{event_footprint_table}">
            <a:extLst>
              <a:ext uri="{FF2B5EF4-FFF2-40B4-BE49-F238E27FC236}">
                <a16:creationId xmlns:a16="http://schemas.microsoft.com/office/drawing/2014/main" id="{041C9F49-9A46-BAFA-1DA8-3F7E5F32A2E1}"/>
              </a:ext>
            </a:extLst>
          </p:cNvPr>
          <p:cNvSpPr>
            <a:spLocks noGrp="1"/>
          </p:cNvSpPr>
          <p:nvPr>
            <p:ph sz="quarter" idx="13"/>
          </p:nvPr>
        </p:nvSpPr>
        <p:spPr>
          <a:xfrm>
            <a:off x="684519" y="4044875"/>
            <a:ext cx="5169329" cy="1933927"/>
          </a:xfrm>
        </p:spPr>
        <p:txBody>
          <a:bodyPr/>
          <a:lstStyle/>
          <a:p>
            <a:r>
              <a:t>{event_footprint_table}</a:t>
            </a:r>
          </a:p>
        </p:txBody>
      </p:sp>
    </p:spTree>
    <p:extLst>
      <p:ext uri="{BB962C8B-B14F-4D97-AF65-F5344CB8AC3E}">
        <p14:creationId xmlns:p14="http://schemas.microsoft.com/office/powerpoint/2010/main" val="2674218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6FDD5-2A3E-B492-3C95-37F6B5287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B62FD-A7D0-E577-5985-6049262F2156}"/>
              </a:ext>
            </a:extLst>
          </p:cNvPr>
          <p:cNvSpPr>
            <a:spLocks noGrp="1"/>
          </p:cNvSpPr>
          <p:nvPr>
            <p:ph type="title"/>
          </p:nvPr>
        </p:nvSpPr>
        <p:spPr>
          <a:xfrm>
            <a:off x="684519" y="966450"/>
            <a:ext cx="10822962" cy="457200"/>
          </a:xfrm>
        </p:spPr>
        <p:txBody>
          <a:bodyPr/>
          <a:lstStyle/>
          <a:p>
            <a:r>
              <a:rPr lang="en-US" sz="3200" dirty="0">
                <a:latin typeface="Franklin Gothic Heavy"/>
              </a:rPr>
              <a:t>Headliner Industries (Total GDP): Guam</a:t>
            </a:r>
          </a:p>
        </p:txBody>
      </p:sp>
      <p:sp>
        <p:nvSpPr>
          <p:cNvPr id="10" name="Text Placeholder 3">
            <a:extLst>
              <a:ext uri="{FF2B5EF4-FFF2-40B4-BE49-F238E27FC236}">
                <a16:creationId xmlns:a16="http://schemas.microsoft.com/office/drawing/2014/main" id="{4475ADB8-E23D-1B23-F3D8-9262DD22616F}"/>
              </a:ext>
            </a:extLst>
          </p:cNvPr>
          <p:cNvSpPr txBox="1">
            <a:spLocks/>
          </p:cNvSpPr>
          <p:nvPr/>
        </p:nvSpPr>
        <p:spPr>
          <a:xfrm>
            <a:off x="336378" y="1744858"/>
            <a:ext cx="5037067" cy="4315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Key BLUF/takeaway statement summarizing the most important information on this slide (bolded, no period, no bullet) – needs to answer the “So what”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ea typeface="+mn-lt"/>
                <a:cs typeface="+mn-lt"/>
              </a:rPr>
              <a:t>Table comes from running python notebook: top_industry.py</a:t>
            </a:r>
            <a:endParaRPr lang="en-US" sz="1800" b="0" dirty="0"/>
          </a:p>
          <a:p>
            <a:pPr>
              <a:lnSpc>
                <a:spcPct val="100000"/>
              </a:lnSpc>
            </a:pPr>
            <a:endParaRPr lang="en-US" sz="1800" b="0" dirty="0"/>
          </a:p>
        </p:txBody>
      </p:sp>
      <p:sp>
        <p:nvSpPr>
          <p:cNvPr id="11" name="TextBox 10">
            <a:extLst>
              <a:ext uri="{FF2B5EF4-FFF2-40B4-BE49-F238E27FC236}">
                <a16:creationId xmlns:a16="http://schemas.microsoft.com/office/drawing/2014/main" id="{2AF01E64-2D01-5BC0-7A05-ACF3317C8FAD}"/>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
        <p:nvSpPr>
          <p:cNvPr id="4" name="Content Placeholder 2" title="{headliner_gdp_table}" descr="{headliner_gdp_table}">
            <a:extLst>
              <a:ext uri="{FF2B5EF4-FFF2-40B4-BE49-F238E27FC236}">
                <a16:creationId xmlns:a16="http://schemas.microsoft.com/office/drawing/2014/main" id="{2B8854CB-964C-5D8F-45D8-7CD7389B4A2F}"/>
              </a:ext>
            </a:extLst>
          </p:cNvPr>
          <p:cNvSpPr>
            <a:spLocks noGrp="1"/>
          </p:cNvSpPr>
          <p:nvPr>
            <p:ph sz="quarter" idx="13"/>
          </p:nvPr>
        </p:nvSpPr>
        <p:spPr>
          <a:xfrm>
            <a:off x="5414962" y="1861074"/>
            <a:ext cx="6096000" cy="3905026"/>
          </a:xfrm>
        </p:spPr>
        <p:txBody>
          <a:bodyPr/>
          <a:lstStyle/>
          <a:p>
            <a:r>
              <a:t>{headliner_gdp_table}</a:t>
            </a:r>
          </a:p>
        </p:txBody>
      </p:sp>
    </p:spTree>
    <p:extLst>
      <p:ext uri="{BB962C8B-B14F-4D97-AF65-F5344CB8AC3E}">
        <p14:creationId xmlns:p14="http://schemas.microsoft.com/office/powerpoint/2010/main" val="3123742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8FE03-462C-1712-A751-8849FC910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1D0617-8A7C-A8B1-FCE9-EB2DD4BA05BE}"/>
              </a:ext>
            </a:extLst>
          </p:cNvPr>
          <p:cNvSpPr>
            <a:spLocks noGrp="1"/>
          </p:cNvSpPr>
          <p:nvPr>
            <p:ph type="title"/>
          </p:nvPr>
        </p:nvSpPr>
        <p:spPr>
          <a:xfrm>
            <a:off x="684519" y="968037"/>
            <a:ext cx="10822962" cy="457200"/>
          </a:xfrm>
        </p:spPr>
        <p:txBody>
          <a:bodyPr/>
          <a:lstStyle/>
          <a:p>
            <a:r>
              <a:rPr lang="en-US" sz="3200" dirty="0">
                <a:latin typeface="Franklin Gothic Heavy"/>
              </a:rPr>
              <a:t>Headliner Industries (Employee Count): </a:t>
            </a:r>
            <a:r>
              <a:rPr lang="en-US" sz="3200" dirty="0">
                <a:solidFill>
                  <a:srgbClr val="FFFF00"/>
                </a:solidFill>
                <a:latin typeface="Franklin Gothic Heavy"/>
              </a:rPr>
              <a:t>[AOI]</a:t>
            </a:r>
            <a:endParaRPr lang="en-US" sz="3200" dirty="0">
              <a:solidFill>
                <a:srgbClr val="FFFF00"/>
              </a:solidFill>
            </a:endParaRPr>
          </a:p>
        </p:txBody>
      </p:sp>
      <p:sp>
        <p:nvSpPr>
          <p:cNvPr id="10" name="Text Placeholder 3">
            <a:extLst>
              <a:ext uri="{FF2B5EF4-FFF2-40B4-BE49-F238E27FC236}">
                <a16:creationId xmlns:a16="http://schemas.microsoft.com/office/drawing/2014/main" id="{028115A7-2138-1E37-990C-D61EDA4B7EFD}"/>
              </a:ext>
            </a:extLst>
          </p:cNvPr>
          <p:cNvSpPr txBox="1">
            <a:spLocks/>
          </p:cNvSpPr>
          <p:nvPr/>
        </p:nvSpPr>
        <p:spPr>
          <a:xfrm>
            <a:off x="336378" y="1744858"/>
            <a:ext cx="4665928" cy="4315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Key BLUF/takeaway statement summarizing the most important information on this slide (bolded, no period, no bullet) – needs to answer the “So what”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ea typeface="+mn-lt"/>
                <a:cs typeface="+mn-lt"/>
              </a:rPr>
              <a:t>Table comes from running python notebook: top_industry.py</a:t>
            </a:r>
            <a:endParaRPr lang="en-US" sz="1800" b="0" dirty="0"/>
          </a:p>
          <a:p>
            <a:pPr>
              <a:lnSpc>
                <a:spcPct val="100000"/>
              </a:lnSpc>
            </a:pPr>
            <a:endParaRPr lang="en-US" sz="1800" b="0" dirty="0"/>
          </a:p>
          <a:p>
            <a:pPr>
              <a:lnSpc>
                <a:spcPct val="100000"/>
              </a:lnSpc>
            </a:pPr>
            <a:endParaRPr lang="en-US" sz="1800" b="0" dirty="0"/>
          </a:p>
        </p:txBody>
      </p:sp>
      <p:sp>
        <p:nvSpPr>
          <p:cNvPr id="11" name="TextBox 10">
            <a:extLst>
              <a:ext uri="{FF2B5EF4-FFF2-40B4-BE49-F238E27FC236}">
                <a16:creationId xmlns:a16="http://schemas.microsoft.com/office/drawing/2014/main" id="{E737EAD9-CDC3-6DA8-DD94-23E81904BAC0}"/>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
        <p:nvSpPr>
          <p:cNvPr id="3" name="Content Placeholder 2" title="{headliner_employee_table}" descr="{headliner_employee_table}">
            <a:extLst>
              <a:ext uri="{FF2B5EF4-FFF2-40B4-BE49-F238E27FC236}">
                <a16:creationId xmlns:a16="http://schemas.microsoft.com/office/drawing/2014/main" id="{A65B2063-D9D8-674C-2755-8C78EE041DE8}"/>
              </a:ext>
            </a:extLst>
          </p:cNvPr>
          <p:cNvSpPr>
            <a:spLocks noGrp="1"/>
          </p:cNvSpPr>
          <p:nvPr>
            <p:ph sz="quarter" idx="13"/>
          </p:nvPr>
        </p:nvSpPr>
        <p:spPr>
          <a:xfrm>
            <a:off x="5225776" y="1877209"/>
            <a:ext cx="6285186" cy="4082221"/>
          </a:xfrm>
        </p:spPr>
        <p:txBody>
          <a:bodyPr/>
          <a:lstStyle/>
          <a:p>
            <a:r>
              <a:t>{headliner_employee_table}</a:t>
            </a:r>
          </a:p>
        </p:txBody>
      </p:sp>
    </p:spTree>
    <p:extLst>
      <p:ext uri="{BB962C8B-B14F-4D97-AF65-F5344CB8AC3E}">
        <p14:creationId xmlns:p14="http://schemas.microsoft.com/office/powerpoint/2010/main" val="1447957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5EAF5-9015-092A-1106-B5B7825DC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86298-F4C4-B332-D6B5-CADE29856BD1}"/>
              </a:ext>
            </a:extLst>
          </p:cNvPr>
          <p:cNvSpPr>
            <a:spLocks noGrp="1"/>
          </p:cNvSpPr>
          <p:nvPr>
            <p:ph type="title"/>
          </p:nvPr>
        </p:nvSpPr>
        <p:spPr>
          <a:xfrm>
            <a:off x="684519" y="909664"/>
            <a:ext cx="10822962" cy="457200"/>
          </a:xfrm>
        </p:spPr>
        <p:txBody>
          <a:bodyPr/>
          <a:lstStyle/>
          <a:p>
            <a:r>
              <a:rPr lang="en-US" sz="3200" dirty="0"/>
              <a:t>Critical Infrastructure &amp; Commodity Flows: </a:t>
            </a:r>
            <a:r>
              <a:rPr lang="en-US" sz="3200" dirty="0">
                <a:solidFill>
                  <a:srgbClr val="FFFF00"/>
                </a:solidFill>
              </a:rPr>
              <a:t>[AOI]</a:t>
            </a:r>
          </a:p>
        </p:txBody>
      </p:sp>
      <p:sp>
        <p:nvSpPr>
          <p:cNvPr id="12" name="Text Placeholder 3">
            <a:extLst>
              <a:ext uri="{FF2B5EF4-FFF2-40B4-BE49-F238E27FC236}">
                <a16:creationId xmlns:a16="http://schemas.microsoft.com/office/drawing/2014/main" id="{89A1CA69-07A0-44A2-8431-BC91FB181797}"/>
              </a:ext>
            </a:extLst>
          </p:cNvPr>
          <p:cNvSpPr txBox="1">
            <a:spLocks/>
          </p:cNvSpPr>
          <p:nvPr/>
        </p:nvSpPr>
        <p:spPr>
          <a:xfrm>
            <a:off x="336378" y="1744858"/>
            <a:ext cx="4665928" cy="4315209"/>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400" dirty="0"/>
              <a:t>Key BLUF/takeaway statement summarizing the most important information on this slide (bolded, no period, no bullet) – needs to answer the “So what”</a:t>
            </a:r>
          </a:p>
          <a:p>
            <a:pPr>
              <a:lnSpc>
                <a:spcPct val="100000"/>
              </a:lnSpc>
            </a:pPr>
            <a:r>
              <a:rPr lang="en-US" sz="1400" b="0" dirty="0"/>
              <a:t>Supporting information or statistics </a:t>
            </a:r>
          </a:p>
          <a:p>
            <a:pPr>
              <a:lnSpc>
                <a:spcPct val="100000"/>
              </a:lnSpc>
            </a:pPr>
            <a:r>
              <a:rPr lang="en-US" sz="1400" b="0" dirty="0"/>
              <a:t>Never add periods to the end of bullets </a:t>
            </a:r>
          </a:p>
          <a:p>
            <a:pPr>
              <a:lnSpc>
                <a:spcPct val="100000"/>
              </a:lnSpc>
            </a:pPr>
            <a:r>
              <a:rPr lang="en-US" sz="1400" b="0" dirty="0"/>
              <a:t>Font should always be Franklin Gothic Book &amp; never smaller than size 12, ideally size 14</a:t>
            </a:r>
          </a:p>
          <a:p>
            <a:pPr>
              <a:lnSpc>
                <a:spcPct val="100000"/>
              </a:lnSpc>
            </a:pPr>
            <a:endParaRPr lang="en-US" sz="1400" b="0" dirty="0"/>
          </a:p>
          <a:p>
            <a:pPr marL="0" indent="0">
              <a:lnSpc>
                <a:spcPct val="100000"/>
              </a:lnSpc>
              <a:buNone/>
            </a:pPr>
            <a:r>
              <a:rPr lang="en-US" sz="1400" b="0" dirty="0"/>
              <a:t>Notes: Maps are created by analysts using layers from </a:t>
            </a:r>
            <a:r>
              <a:rPr lang="en-US" sz="1400" b="0" dirty="0" err="1"/>
              <a:t>GeoCube</a:t>
            </a:r>
            <a:r>
              <a:rPr lang="en-US" sz="1400" b="0" dirty="0"/>
              <a:t> &amp; QGIS</a:t>
            </a:r>
          </a:p>
          <a:p>
            <a:pPr>
              <a:lnSpc>
                <a:spcPct val="100000"/>
              </a:lnSpc>
            </a:pPr>
            <a:r>
              <a:rPr lang="en-US" sz="1400" b="0" dirty="0"/>
              <a:t>What is being mapped will likely change depending on AOI, but key layers to show are. May need more than one map/slide.</a:t>
            </a:r>
          </a:p>
          <a:p>
            <a:pPr marL="742950" lvl="1" indent="-285750">
              <a:lnSpc>
                <a:spcPct val="100000"/>
              </a:lnSpc>
              <a:buFont typeface="Arial" panose="020B0604020202020204" pitchFamily="34" charset="0"/>
              <a:buChar char="•"/>
            </a:pPr>
            <a:r>
              <a:rPr lang="en-US" sz="1400" dirty="0"/>
              <a:t>Airports</a:t>
            </a:r>
          </a:p>
          <a:p>
            <a:pPr marL="742950" lvl="1" indent="-285750">
              <a:lnSpc>
                <a:spcPct val="100000"/>
              </a:lnSpc>
              <a:buFont typeface="Arial" panose="020B0604020202020204" pitchFamily="34" charset="0"/>
              <a:buChar char="•"/>
            </a:pPr>
            <a:r>
              <a:rPr lang="en-US" sz="1400" b="0" dirty="0"/>
              <a:t>Ports</a:t>
            </a:r>
          </a:p>
          <a:p>
            <a:pPr marL="742950" lvl="1" indent="-285750">
              <a:lnSpc>
                <a:spcPct val="100000"/>
              </a:lnSpc>
              <a:buFont typeface="Arial" panose="020B0604020202020204" pitchFamily="34" charset="0"/>
              <a:buChar char="•"/>
            </a:pPr>
            <a:r>
              <a:rPr lang="en-US" sz="1400" b="0" dirty="0"/>
              <a:t>Highways</a:t>
            </a:r>
          </a:p>
          <a:p>
            <a:pPr marL="742950" lvl="1" indent="-285750">
              <a:lnSpc>
                <a:spcPct val="100000"/>
              </a:lnSpc>
              <a:buFont typeface="Arial" panose="020B0604020202020204" pitchFamily="34" charset="0"/>
              <a:buChar char="•"/>
            </a:pPr>
            <a:r>
              <a:rPr lang="en-US" sz="1400" b="0" dirty="0"/>
              <a:t>Critical power infrastructure (power plants, terminals, pipeline)</a:t>
            </a:r>
          </a:p>
          <a:p>
            <a:pPr marL="742950" lvl="1" indent="-285750">
              <a:lnSpc>
                <a:spcPct val="100000"/>
              </a:lnSpc>
              <a:buFont typeface="Arial" panose="020B0604020202020204" pitchFamily="34" charset="0"/>
              <a:buChar char="•"/>
            </a:pPr>
            <a:r>
              <a:rPr lang="en-US" sz="1400" dirty="0"/>
              <a:t>Key businesses for commodity flows (</a:t>
            </a:r>
            <a:r>
              <a:rPr lang="en-US" sz="1400" dirty="0" err="1"/>
              <a:t>ie</a:t>
            </a:r>
            <a:r>
              <a:rPr lang="en-US" sz="1400" dirty="0"/>
              <a:t>, large distributors)</a:t>
            </a:r>
            <a:endParaRPr lang="en-US" sz="1400" b="0" dirty="0"/>
          </a:p>
          <a:p>
            <a:pPr>
              <a:lnSpc>
                <a:spcPct val="100000"/>
              </a:lnSpc>
            </a:pPr>
            <a:endParaRPr lang="en-US" sz="1400" b="0" dirty="0"/>
          </a:p>
        </p:txBody>
      </p:sp>
      <p:sp>
        <p:nvSpPr>
          <p:cNvPr id="14" name="Content Placeholder 2" title="{critical_infrastructure_map}" descr="{critical_infrastructure_map}">
            <a:extLst>
              <a:ext uri="{FF2B5EF4-FFF2-40B4-BE49-F238E27FC236}">
                <a16:creationId xmlns:a16="http://schemas.microsoft.com/office/drawing/2014/main" id="{DDFC7174-735E-817A-677A-6126913FEE13}"/>
              </a:ext>
            </a:extLst>
          </p:cNvPr>
          <p:cNvSpPr>
            <a:spLocks noGrp="1"/>
          </p:cNvSpPr>
          <p:nvPr>
            <p:ph sz="quarter" idx="13"/>
          </p:nvPr>
        </p:nvSpPr>
        <p:spPr>
          <a:xfrm>
            <a:off x="5201322" y="1818045"/>
            <a:ext cx="6309640" cy="4141385"/>
          </a:xfrm>
        </p:spPr>
        <p:txBody>
          <a:bodyPr/>
          <a:lstStyle/>
          <a:p>
            <a:r>
              <a:t>{critical_infrastructure_map}</a:t>
            </a:r>
          </a:p>
        </p:txBody>
      </p:sp>
      <p:sp>
        <p:nvSpPr>
          <p:cNvPr id="15" name="TextBox 14">
            <a:extLst>
              <a:ext uri="{FF2B5EF4-FFF2-40B4-BE49-F238E27FC236}">
                <a16:creationId xmlns:a16="http://schemas.microsoft.com/office/drawing/2014/main" id="{58DEAC96-E7CD-C98E-BE3E-E0A547004CAC}"/>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3050273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EF36D-EF3F-F951-48D3-18039D38F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65937-D666-2267-A5D2-4E9BE00F2FAE}"/>
              </a:ext>
            </a:extLst>
          </p:cNvPr>
          <p:cNvSpPr>
            <a:spLocks noGrp="1"/>
          </p:cNvSpPr>
          <p:nvPr>
            <p:ph type="title"/>
          </p:nvPr>
        </p:nvSpPr>
        <p:spPr>
          <a:xfrm>
            <a:off x="684519" y="913960"/>
            <a:ext cx="10822962" cy="457200"/>
          </a:xfrm>
        </p:spPr>
        <p:txBody>
          <a:bodyPr/>
          <a:lstStyle/>
          <a:p>
            <a:r>
              <a:rPr lang="en-US" sz="3200" dirty="0"/>
              <a:t>Ripple Forecast: </a:t>
            </a:r>
            <a:r>
              <a:rPr lang="en-US" sz="3200" dirty="0">
                <a:solidFill>
                  <a:srgbClr val="FFFF00"/>
                </a:solidFill>
              </a:rPr>
              <a:t>[AOI]</a:t>
            </a:r>
          </a:p>
        </p:txBody>
      </p:sp>
      <p:sp>
        <p:nvSpPr>
          <p:cNvPr id="6" name="Text Placeholder 3">
            <a:extLst>
              <a:ext uri="{FF2B5EF4-FFF2-40B4-BE49-F238E27FC236}">
                <a16:creationId xmlns:a16="http://schemas.microsoft.com/office/drawing/2014/main" id="{65CAA91F-2029-4E7C-BF70-9F2A2CAD8D77}"/>
              </a:ext>
            </a:extLst>
          </p:cNvPr>
          <p:cNvSpPr txBox="1">
            <a:spLocks/>
          </p:cNvSpPr>
          <p:nvPr/>
        </p:nvSpPr>
        <p:spPr>
          <a:xfrm>
            <a:off x="195960" y="1719268"/>
            <a:ext cx="5091424" cy="4496067"/>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u="sng" dirty="0"/>
              <a:t>Supply Chain Context</a:t>
            </a:r>
            <a:r>
              <a:rPr lang="en-US" dirty="0"/>
              <a:t>: Key BLUF/takeaway statement summarizing the most important information on this slide (bolded, no period, no bullet) – needs to answer the “So what”</a:t>
            </a:r>
          </a:p>
          <a:p>
            <a:pPr marL="0" indent="0">
              <a:buNone/>
            </a:pPr>
            <a:r>
              <a:rPr lang="en-US" dirty="0"/>
              <a:t>Note: Map or chart is not standardized for this one – could be a slide that may only be text if we do not have a good visualization</a:t>
            </a:r>
            <a:br>
              <a:rPr lang="en-US" dirty="0"/>
            </a:br>
            <a:endParaRPr lang="en-US" dirty="0"/>
          </a:p>
          <a:p>
            <a:pPr marL="0" indent="0">
              <a:buFont typeface="Arial" panose="020B0604020202020204" pitchFamily="34" charset="0"/>
              <a:buNone/>
            </a:pPr>
            <a:r>
              <a:rPr lang="en-US" u="sng" dirty="0"/>
              <a:t>Potential Impact Timeline</a:t>
            </a:r>
          </a:p>
          <a:p>
            <a:r>
              <a:rPr lang="en-US" dirty="0"/>
              <a:t>0–3 Days </a:t>
            </a:r>
            <a:r>
              <a:rPr lang="en-US" dirty="0">
                <a:highlight>
                  <a:srgbClr val="FFFF00"/>
                </a:highlight>
              </a:rPr>
              <a:t>(Plain Language Situational Status)</a:t>
            </a:r>
          </a:p>
          <a:p>
            <a:pPr marL="742950" lvl="1" indent="-285750">
              <a:buFont typeface="Arial" panose="020B0604020202020204" pitchFamily="34" charset="0"/>
              <a:buChar char="•"/>
            </a:pPr>
            <a:r>
              <a:rPr lang="en-US" dirty="0"/>
              <a:t>Supporting information or statistics </a:t>
            </a:r>
          </a:p>
          <a:p>
            <a:pPr marL="742950" lvl="1" indent="-285750">
              <a:buFont typeface="Arial" panose="020B0604020202020204" pitchFamily="34" charset="0"/>
              <a:buChar char="•"/>
            </a:pPr>
            <a:r>
              <a:rPr lang="en-US" dirty="0"/>
              <a:t>Never add periods to the end of bullets </a:t>
            </a:r>
          </a:p>
          <a:p>
            <a:pPr marL="742950" lvl="1" indent="-285750">
              <a:buFont typeface="Arial" panose="020B0604020202020204" pitchFamily="34" charset="0"/>
              <a:buChar char="•"/>
            </a:pPr>
            <a:r>
              <a:rPr lang="en-US" dirty="0"/>
              <a:t>Font should always be Franklin Gothic Book &amp; never smaller than size 12, ideally size 14</a:t>
            </a:r>
          </a:p>
          <a:p>
            <a:r>
              <a:rPr lang="en-US" dirty="0"/>
              <a:t>3–7 Days </a:t>
            </a:r>
            <a:r>
              <a:rPr lang="en-US" dirty="0">
                <a:highlight>
                  <a:srgbClr val="FFFF00"/>
                </a:highlight>
              </a:rPr>
              <a:t>(Plain Language Situational Status)</a:t>
            </a:r>
            <a:endParaRPr lang="en-US" dirty="0"/>
          </a:p>
          <a:p>
            <a:pPr marL="742950" lvl="1" indent="-285750">
              <a:buFont typeface="Arial" panose="020B0604020202020204" pitchFamily="34" charset="0"/>
              <a:buChar char="•"/>
            </a:pPr>
            <a:r>
              <a:rPr lang="en-US" dirty="0"/>
              <a:t>Supporting information or statistics </a:t>
            </a:r>
          </a:p>
          <a:p>
            <a:pPr marL="742950" lvl="1" indent="-285750">
              <a:buFont typeface="Arial" panose="020B0604020202020204" pitchFamily="34" charset="0"/>
              <a:buChar char="•"/>
            </a:pPr>
            <a:r>
              <a:rPr lang="en-US" dirty="0"/>
              <a:t>Never add periods to the end of bullets </a:t>
            </a:r>
          </a:p>
          <a:p>
            <a:pPr marL="742950" lvl="1" indent="-285750">
              <a:buFont typeface="Arial" panose="020B0604020202020204" pitchFamily="34" charset="0"/>
              <a:buChar char="•"/>
            </a:pPr>
            <a:r>
              <a:rPr lang="en-US" dirty="0"/>
              <a:t>Font should always be Franklin Gothic Book &amp; never smaller than size 12, ideally size 14</a:t>
            </a:r>
          </a:p>
          <a:p>
            <a:r>
              <a:rPr lang="en-US" dirty="0"/>
              <a:t>7+ Days </a:t>
            </a:r>
            <a:r>
              <a:rPr lang="en-US" dirty="0">
                <a:highlight>
                  <a:srgbClr val="FFFF00"/>
                </a:highlight>
              </a:rPr>
              <a:t>(Plain Language Situational Status)</a:t>
            </a:r>
            <a:endParaRPr lang="en-US" dirty="0"/>
          </a:p>
          <a:p>
            <a:pPr marL="742950" lvl="1" indent="-285750">
              <a:buFont typeface="Arial" panose="020B0604020202020204" pitchFamily="34" charset="0"/>
              <a:buChar char="•"/>
            </a:pPr>
            <a:r>
              <a:rPr lang="en-US" dirty="0"/>
              <a:t>Supporting information or statistics </a:t>
            </a:r>
          </a:p>
          <a:p>
            <a:pPr marL="742950" lvl="1" indent="-285750">
              <a:buFont typeface="Arial" panose="020B0604020202020204" pitchFamily="34" charset="0"/>
              <a:buChar char="•"/>
            </a:pPr>
            <a:r>
              <a:rPr lang="en-US" dirty="0"/>
              <a:t>Never add periods to the end of bullets </a:t>
            </a:r>
          </a:p>
          <a:p>
            <a:pPr marL="742950" lvl="1" indent="-285750">
              <a:buFont typeface="Arial" panose="020B0604020202020204" pitchFamily="34" charset="0"/>
              <a:buChar char="•"/>
            </a:pPr>
            <a:r>
              <a:rPr lang="en-US" dirty="0"/>
              <a:t>Font should always be Franklin Gothic Book &amp; never smaller than size 12, ideally size 14</a:t>
            </a:r>
          </a:p>
        </p:txBody>
      </p:sp>
      <p:sp>
        <p:nvSpPr>
          <p:cNvPr id="8" name="Content Placeholder 7" title="{ripple_forecast_graphic}" descr="{ripple_forecast_graphic}">
            <a:extLst>
              <a:ext uri="{FF2B5EF4-FFF2-40B4-BE49-F238E27FC236}">
                <a16:creationId xmlns:a16="http://schemas.microsoft.com/office/drawing/2014/main" id="{BF699751-4DF0-C876-F8AD-40E0850E34EF}"/>
              </a:ext>
            </a:extLst>
          </p:cNvPr>
          <p:cNvSpPr>
            <a:spLocks noGrp="1"/>
          </p:cNvSpPr>
          <p:nvPr>
            <p:ph sz="quarter" idx="13"/>
          </p:nvPr>
        </p:nvSpPr>
        <p:spPr>
          <a:xfrm>
            <a:off x="5605669" y="1818045"/>
            <a:ext cx="5905293" cy="4260025"/>
          </a:xfrm>
        </p:spPr>
        <p:txBody>
          <a:bodyPr/>
          <a:lstStyle/>
          <a:p>
            <a:r>
              <a:t>{ripple_forecast_graphic}</a:t>
            </a:r>
          </a:p>
        </p:txBody>
      </p:sp>
      <p:sp>
        <p:nvSpPr>
          <p:cNvPr id="11" name="TextBox 10">
            <a:extLst>
              <a:ext uri="{FF2B5EF4-FFF2-40B4-BE49-F238E27FC236}">
                <a16:creationId xmlns:a16="http://schemas.microsoft.com/office/drawing/2014/main" id="{C659496B-4FF2-3670-D013-6EBE14C96B39}"/>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2604642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0762-1E4A-7C9C-5F54-9EFF185EF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7E124-EA14-38F0-677F-2901A95F70EF}"/>
              </a:ext>
            </a:extLst>
          </p:cNvPr>
          <p:cNvSpPr>
            <a:spLocks noGrp="1"/>
          </p:cNvSpPr>
          <p:nvPr>
            <p:ph type="title"/>
          </p:nvPr>
        </p:nvSpPr>
        <p:spPr>
          <a:xfrm>
            <a:off x="684519" y="910681"/>
            <a:ext cx="10822962" cy="457200"/>
          </a:xfrm>
        </p:spPr>
        <p:txBody>
          <a:bodyPr/>
          <a:lstStyle/>
          <a:p>
            <a:r>
              <a:rPr lang="en-US" sz="3200" dirty="0">
                <a:latin typeface="Franklin Gothic Heavy"/>
              </a:rPr>
              <a:t>Socio-Economic Profile: </a:t>
            </a:r>
            <a:r>
              <a:rPr lang="en-US" sz="3200" dirty="0">
                <a:solidFill>
                  <a:srgbClr val="FFFF00"/>
                </a:solidFill>
                <a:latin typeface="Franklin Gothic Heavy"/>
              </a:rPr>
              <a:t>[AOI]</a:t>
            </a:r>
            <a:endParaRPr lang="en-US" dirty="0">
              <a:solidFill>
                <a:srgbClr val="FFFF00"/>
              </a:solidFill>
            </a:endParaRPr>
          </a:p>
        </p:txBody>
      </p:sp>
      <p:sp>
        <p:nvSpPr>
          <p:cNvPr id="3" name="TextBox 2">
            <a:extLst>
              <a:ext uri="{FF2B5EF4-FFF2-40B4-BE49-F238E27FC236}">
                <a16:creationId xmlns:a16="http://schemas.microsoft.com/office/drawing/2014/main" id="{617C564A-1675-A9A3-FAE9-04F349C5A3B7}"/>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
        <p:nvSpPr>
          <p:cNvPr id="9" name="Text Placeholder 3">
            <a:extLst>
              <a:ext uri="{FF2B5EF4-FFF2-40B4-BE49-F238E27FC236}">
                <a16:creationId xmlns:a16="http://schemas.microsoft.com/office/drawing/2014/main" id="{C2E4E17B-D993-DEAA-92FC-1A5B4E947723}"/>
              </a:ext>
            </a:extLst>
          </p:cNvPr>
          <p:cNvSpPr txBox="1">
            <a:spLocks/>
          </p:cNvSpPr>
          <p:nvPr/>
        </p:nvSpPr>
        <p:spPr>
          <a:xfrm>
            <a:off x="336378" y="1744858"/>
            <a:ext cx="5478570" cy="4127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dirty="0"/>
              <a:t>Key BLUF/takeaway statement summarizing the most important information on this slide (bolded, no period, no bullet)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ea typeface="+mn-lt"/>
                <a:cs typeface="+mn-lt"/>
              </a:rPr>
              <a:t>Table comes from running python notebook: socio_demo.py</a:t>
            </a:r>
          </a:p>
          <a:p>
            <a:pPr>
              <a:lnSpc>
                <a:spcPct val="100000"/>
              </a:lnSpc>
            </a:pPr>
            <a:r>
              <a:rPr lang="en-US" sz="1800" b="0" dirty="0">
                <a:ea typeface="+mn-lt"/>
                <a:cs typeface="+mn-lt"/>
              </a:rPr>
              <a:t>Can also include CRCI information if available</a:t>
            </a:r>
            <a:endParaRPr lang="en-US" sz="1800" b="0" dirty="0"/>
          </a:p>
          <a:p>
            <a:pPr>
              <a:lnSpc>
                <a:spcPct val="100000"/>
              </a:lnSpc>
            </a:pPr>
            <a:endParaRPr lang="en-US" sz="1800" b="0" dirty="0"/>
          </a:p>
          <a:p>
            <a:pPr>
              <a:lnSpc>
                <a:spcPct val="100000"/>
              </a:lnSpc>
            </a:pPr>
            <a:endParaRPr lang="en-US" sz="1800" b="0" dirty="0"/>
          </a:p>
        </p:txBody>
      </p:sp>
      <p:sp>
        <p:nvSpPr>
          <p:cNvPr id="4" name="Content Placeholder 2" title="{socioeconomic_profile_table}" descr="{socioeconomic_profile_table}">
            <a:extLst>
              <a:ext uri="{FF2B5EF4-FFF2-40B4-BE49-F238E27FC236}">
                <a16:creationId xmlns:a16="http://schemas.microsoft.com/office/drawing/2014/main" id="{CF905F46-6B10-7B3E-74D5-6E1A00E1E7B5}"/>
              </a:ext>
            </a:extLst>
          </p:cNvPr>
          <p:cNvSpPr>
            <a:spLocks noGrp="1"/>
          </p:cNvSpPr>
          <p:nvPr>
            <p:ph sz="quarter" idx="13"/>
          </p:nvPr>
        </p:nvSpPr>
        <p:spPr>
          <a:xfrm>
            <a:off x="6174889" y="1882588"/>
            <a:ext cx="5336073" cy="4064731"/>
          </a:xfrm>
        </p:spPr>
        <p:txBody>
          <a:bodyPr/>
          <a:lstStyle/>
          <a:p>
            <a:r>
              <a:t>{socioeconomic_profile_table}</a:t>
            </a:r>
          </a:p>
        </p:txBody>
      </p:sp>
    </p:spTree>
    <p:extLst>
      <p:ext uri="{BB962C8B-B14F-4D97-AF65-F5344CB8AC3E}">
        <p14:creationId xmlns:p14="http://schemas.microsoft.com/office/powerpoint/2010/main" val="3978268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4AE5E-4DB1-0CFD-7F76-6C3072E2D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2D420-5961-1ACF-CCD8-84223CED267B}"/>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766873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42FB-0F63-F9A6-A790-3D5594A2A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1D941-72C6-0077-A7A9-BAC2CBCCA3F7}"/>
              </a:ext>
            </a:extLst>
          </p:cNvPr>
          <p:cNvSpPr>
            <a:spLocks noGrp="1"/>
          </p:cNvSpPr>
          <p:nvPr>
            <p:ph type="title"/>
          </p:nvPr>
        </p:nvSpPr>
        <p:spPr/>
        <p:txBody>
          <a:bodyPr/>
          <a:lstStyle/>
          <a:p>
            <a:r>
              <a:rPr lang="en-US" dirty="0"/>
              <a:t>Data Sources</a:t>
            </a:r>
          </a:p>
        </p:txBody>
      </p:sp>
      <p:graphicFrame>
        <p:nvGraphicFramePr>
          <p:cNvPr id="4" name="Table 3" title="{data_sources_table}" descr="{data_sources_table}">
            <a:extLst>
              <a:ext uri="{FF2B5EF4-FFF2-40B4-BE49-F238E27FC236}">
                <a16:creationId xmlns:a16="http://schemas.microsoft.com/office/drawing/2014/main" id="{F27FB42E-9867-3BD4-00B7-21BE15D7AFE9}"/>
              </a:ext>
            </a:extLst>
          </p:cNvPr>
          <p:cNvGraphicFramePr>
            <a:graphicFrameLocks noGrp="1"/>
          </p:cNvGraphicFramePr>
          <p:nvPr>
            <p:extLst>
              <p:ext uri="{D42A27DB-BD31-4B8C-83A1-F6EECF244321}">
                <p14:modId xmlns:p14="http://schemas.microsoft.com/office/powerpoint/2010/main" val="740754607"/>
              </p:ext>
            </p:extLst>
          </p:nvPr>
        </p:nvGraphicFramePr>
        <p:xfrm>
          <a:off x="439831" y="1717632"/>
          <a:ext cx="11301985" cy="2861192"/>
        </p:xfrm>
        <a:graphic>
          <a:graphicData uri="http://schemas.openxmlformats.org/drawingml/2006/table">
            <a:tbl>
              <a:tblPr>
                <a:tableStyleId>{69CF1AB2-1976-4502-BF36-3FF5EA218861}</a:tableStyleId>
              </a:tblPr>
              <a:tblGrid>
                <a:gridCol w="2372626">
                  <a:extLst>
                    <a:ext uri="{9D8B030D-6E8A-4147-A177-3AD203B41FA5}">
                      <a16:colId xmlns:a16="http://schemas.microsoft.com/office/drawing/2014/main" val="2134851212"/>
                    </a:ext>
                  </a:extLst>
                </a:gridCol>
                <a:gridCol w="3951384">
                  <a:extLst>
                    <a:ext uri="{9D8B030D-6E8A-4147-A177-3AD203B41FA5}">
                      <a16:colId xmlns:a16="http://schemas.microsoft.com/office/drawing/2014/main" val="3218596260"/>
                    </a:ext>
                  </a:extLst>
                </a:gridCol>
                <a:gridCol w="4977975">
                  <a:extLst>
                    <a:ext uri="{9D8B030D-6E8A-4147-A177-3AD203B41FA5}">
                      <a16:colId xmlns:a16="http://schemas.microsoft.com/office/drawing/2014/main" val="1385985816"/>
                    </a:ext>
                  </a:extLst>
                </a:gridCol>
              </a:tblGrid>
              <a:tr h="182838">
                <a:tc>
                  <a:txBody>
                    <a:bodyPr/>
                    <a:lstStyle/>
                    <a:p>
                      <a:pPr algn="ctr">
                        <a:buNone/>
                      </a:pPr>
                      <a:r>
                        <a:rPr lang="en-US" sz="1800" b="1" dirty="0">
                          <a:solidFill>
                            <a:schemeClr val="bg1"/>
                          </a:solidFill>
                        </a:rPr>
                        <a:t>Source</a:t>
                      </a:r>
                    </a:p>
                  </a:txBody>
                  <a:tcPr anchor="ctr">
                    <a:solidFill>
                      <a:srgbClr val="005188"/>
                    </a:solidFill>
                  </a:tcPr>
                </a:tc>
                <a:tc>
                  <a:txBody>
                    <a:bodyPr/>
                    <a:lstStyle/>
                    <a:p>
                      <a:pPr algn="ctr">
                        <a:buNone/>
                      </a:pPr>
                      <a:r>
                        <a:rPr lang="en-US" sz="1800" b="1" dirty="0">
                          <a:solidFill>
                            <a:schemeClr val="bg1"/>
                          </a:solidFill>
                        </a:rPr>
                        <a:t>Link</a:t>
                      </a:r>
                    </a:p>
                  </a:txBody>
                  <a:tcPr anchor="ctr">
                    <a:solidFill>
                      <a:srgbClr val="005188"/>
                    </a:solidFill>
                  </a:tcPr>
                </a:tc>
                <a:tc>
                  <a:txBody>
                    <a:bodyPr/>
                    <a:lstStyle/>
                    <a:p>
                      <a:pPr algn="ctr">
                        <a:buNone/>
                      </a:pPr>
                      <a:r>
                        <a:rPr lang="en-US" sz="1800" b="1" dirty="0">
                          <a:solidFill>
                            <a:schemeClr val="bg1"/>
                          </a:solidFill>
                        </a:rPr>
                        <a:t>Use Case</a:t>
                      </a:r>
                    </a:p>
                  </a:txBody>
                  <a:tcPr anchor="ctr">
                    <a:solidFill>
                      <a:srgbClr val="005188"/>
                    </a:solidFill>
                  </a:tcPr>
                </a:tc>
                <a:extLst>
                  <a:ext uri="{0D108BD9-81ED-4DB2-BD59-A6C34878D82A}">
                    <a16:rowId xmlns:a16="http://schemas.microsoft.com/office/drawing/2014/main" val="120494098"/>
                  </a:ext>
                </a:extLst>
              </a:tr>
              <a:tr h="311929">
                <a:tc>
                  <a:txBody>
                    <a:bodyPr/>
                    <a:lstStyle/>
                    <a:p>
                      <a:pPr>
                        <a:buNone/>
                      </a:pPr>
                      <a:r>
                        <a:rPr lang="en-US" sz="1400" dirty="0"/>
                        <a:t>Name of source</a:t>
                      </a:r>
                    </a:p>
                  </a:txBody>
                  <a:tcPr anchor="ctr"/>
                </a:tc>
                <a:tc>
                  <a:txBody>
                    <a:bodyPr/>
                    <a:lstStyle/>
                    <a:p>
                      <a:pPr>
                        <a:buNone/>
                      </a:pPr>
                      <a:r>
                        <a:rPr lang="en-US" sz="1400" dirty="0"/>
                        <a:t>Link to source </a:t>
                      </a:r>
                    </a:p>
                  </a:txBody>
                  <a:tcPr anchor="ctr"/>
                </a:tc>
                <a:tc>
                  <a:txBody>
                    <a:bodyPr/>
                    <a:lstStyle/>
                    <a:p>
                      <a:pPr>
                        <a:buNone/>
                      </a:pPr>
                      <a:r>
                        <a:rPr lang="en-US" sz="1400" dirty="0"/>
                        <a:t>How was the source used in analysis?</a:t>
                      </a:r>
                    </a:p>
                  </a:txBody>
                  <a:tcPr anchor="ctr"/>
                </a:tc>
                <a:extLst>
                  <a:ext uri="{0D108BD9-81ED-4DB2-BD59-A6C34878D82A}">
                    <a16:rowId xmlns:a16="http://schemas.microsoft.com/office/drawing/2014/main" val="3814781176"/>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4180616355"/>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29660603"/>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43485409"/>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3747984232"/>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610147540"/>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893729885"/>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1898542229"/>
                  </a:ext>
                </a:extLst>
              </a:tr>
            </a:tbl>
          </a:graphicData>
        </a:graphic>
      </p:graphicFrame>
      <p:sp>
        <p:nvSpPr>
          <p:cNvPr id="3" name="TextBox 2">
            <a:extLst>
              <a:ext uri="{FF2B5EF4-FFF2-40B4-BE49-F238E27FC236}">
                <a16:creationId xmlns:a16="http://schemas.microsoft.com/office/drawing/2014/main" id="{B6D51547-6129-7FA2-C186-2F79CB63BE5A}"/>
              </a:ext>
            </a:extLst>
          </p:cNvPr>
          <p:cNvSpPr txBox="1"/>
          <p:nvPr/>
        </p:nvSpPr>
        <p:spPr>
          <a:xfrm>
            <a:off x="575534" y="4835562"/>
            <a:ext cx="10574767" cy="369332"/>
          </a:xfrm>
          <a:prstGeom prst="rect">
            <a:avLst/>
          </a:prstGeom>
          <a:noFill/>
        </p:spPr>
        <p:txBody>
          <a:bodyPr wrap="square" rtlCol="0">
            <a:spAutoFit/>
          </a:bodyPr>
          <a:lstStyle/>
          <a:p>
            <a:r>
              <a:rPr lang="en-US" dirty="0"/>
              <a:t>Notes: Can go down to size 9 font, but if more room is needed, start another Data Sources slide</a:t>
            </a:r>
          </a:p>
        </p:txBody>
      </p:sp>
    </p:spTree>
    <p:extLst>
      <p:ext uri="{BB962C8B-B14F-4D97-AF65-F5344CB8AC3E}">
        <p14:creationId xmlns:p14="http://schemas.microsoft.com/office/powerpoint/2010/main" val="97602812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 draft Lifeline Capability Disruption Report" id="{CE3D54FA-5CC5-4D62-BAE1-9F6CCE49DA36}" vid="{627B817E-0967-4654-937A-342B140BEA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8bdbe66-7152-464a-8c94-480cb8281086" xsi:nil="true"/>
    <lcf76f155ced4ddcb4097134ff3c332f xmlns="bc681aca-a2e3-4534-b1dd-a9a83cd4e91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95AFEE38B0538479F8244DEB061B156" ma:contentTypeVersion="11" ma:contentTypeDescription="Create a new document." ma:contentTypeScope="" ma:versionID="8da78701f61995b9093121b318a81c2d">
  <xsd:schema xmlns:xsd="http://www.w3.org/2001/XMLSchema" xmlns:xs="http://www.w3.org/2001/XMLSchema" xmlns:p="http://schemas.microsoft.com/office/2006/metadata/properties" xmlns:ns2="bc681aca-a2e3-4534-b1dd-a9a83cd4e91e" xmlns:ns3="28bdbe66-7152-464a-8c94-480cb8281086" targetNamespace="http://schemas.microsoft.com/office/2006/metadata/properties" ma:root="true" ma:fieldsID="147e4b45bac4c8863bb14afeadfc7b52" ns2:_="" ns3:_="">
    <xsd:import namespace="bc681aca-a2e3-4534-b1dd-a9a83cd4e91e"/>
    <xsd:import namespace="28bdbe66-7152-464a-8c94-480cb82810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681aca-a2e3-4534-b1dd-a9a83cd4e9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4d07f8a-73e4-4c81-9eee-fbb13e4e1d3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8bdbe66-7152-464a-8c94-480cb828108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7f174c2-0083-4344-b31e-d1bb5e420fa1}" ma:internalName="TaxCatchAll" ma:showField="CatchAllData" ma:web="28bdbe66-7152-464a-8c94-480cb828108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65A1BE-9B88-44D9-8EAF-110AACE7F97D}">
  <ds:schemaRefs>
    <ds:schemaRef ds:uri="http://schemas.microsoft.com/sharepoint/v3/contenttype/forms"/>
  </ds:schemaRefs>
</ds:datastoreItem>
</file>

<file path=customXml/itemProps2.xml><?xml version="1.0" encoding="utf-8"?>
<ds:datastoreItem xmlns:ds="http://schemas.openxmlformats.org/officeDocument/2006/customXml" ds:itemID="{4A58B11C-CA88-4DC9-BC31-CF3DA49CF400}">
  <ds:schemaRefs>
    <ds:schemaRef ds:uri="http://purl.org/dc/elements/1.1/"/>
    <ds:schemaRef ds:uri="http://schemas.microsoft.com/office/2006/documentManagement/types"/>
    <ds:schemaRef ds:uri="http://purl.org/dc/terms/"/>
    <ds:schemaRef ds:uri="ced10170-678c-47d0-bde2-ed7292a6af2d"/>
    <ds:schemaRef ds:uri="http://schemas.openxmlformats.org/package/2006/metadata/core-properties"/>
    <ds:schemaRef ds:uri="http://purl.org/dc/dcmitype/"/>
    <ds:schemaRef ds:uri="http://schemas.microsoft.com/office/2006/metadata/properties"/>
    <ds:schemaRef ds:uri="a8a493e8-136d-4809-8acd-e8286f7a2e95"/>
    <ds:schemaRef ds:uri="http://schemas.microsoft.com/office/infopath/2007/PartnerControls"/>
    <ds:schemaRef ds:uri="http://www.w3.org/XML/1998/namespace"/>
    <ds:schemaRef ds:uri="28bdbe66-7152-464a-8c94-480cb8281086"/>
    <ds:schemaRef ds:uri="bc681aca-a2e3-4534-b1dd-a9a83cd4e91e"/>
  </ds:schemaRefs>
</ds:datastoreItem>
</file>

<file path=customXml/itemProps3.xml><?xml version="1.0" encoding="utf-8"?>
<ds:datastoreItem xmlns:ds="http://schemas.openxmlformats.org/officeDocument/2006/customXml" ds:itemID="{EBA6CFC8-68F7-43D2-ABA7-230D51F18C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681aca-a2e3-4534-b1dd-a9a83cd4e91e"/>
    <ds:schemaRef ds:uri="28bdbe66-7152-464a-8c94-480cb82810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863bcaf-4433-4a95-89dd-302e4b0159a1}" enabled="0" method="" siteId="{2863bcaf-4433-4a95-89dd-302e4b0159a1}" removed="1"/>
  <clbl:label id="{2e95e2ad-e8ca-4284-b378-e082a7c97181}" enabled="0" method="" siteId="{2e95e2ad-e8ca-4284-b378-e082a7c97181}" removed="1"/>
</clbl:labelList>
</file>

<file path=docProps/app.xml><?xml version="1.0" encoding="utf-8"?>
<Properties xmlns="http://schemas.openxmlformats.org/officeDocument/2006/extended-properties" xmlns:vt="http://schemas.openxmlformats.org/officeDocument/2006/docPropsVTypes">
  <TotalTime>299</TotalTime>
  <Words>1401</Words>
  <Application>Microsoft Office PowerPoint</Application>
  <PresentationFormat>Widescreen</PresentationFormat>
  <Paragraphs>136</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Franklin Gothic Book</vt:lpstr>
      <vt:lpstr>Franklin Gothic Heavy</vt:lpstr>
      <vt:lpstr>Franklin Gothic Medium</vt:lpstr>
      <vt:lpstr>1_Office Theme</vt:lpstr>
      <vt:lpstr>PowerPoint Presentation</vt:lpstr>
      <vt:lpstr>TABLE OF CONTENTS</vt:lpstr>
      <vt:lpstr>Executive Summary – [AOI] | [Hazard/Event Name]</vt:lpstr>
      <vt:lpstr>Hazard Overview – [Type of Hazard Information Shown]</vt:lpstr>
      <vt:lpstr>Area of Interest (Aggregation Levels)</vt:lpstr>
      <vt:lpstr>Event Footprint vs. U.S. Economy: [AOI]</vt:lpstr>
      <vt:lpstr>Headliner Industries (Total GDP): Guam</vt:lpstr>
      <vt:lpstr>Headliner Industries (Employee Count): [AOI]</vt:lpstr>
      <vt:lpstr>Critical Infrastructure &amp; Commodity Flows: [AOI]</vt:lpstr>
      <vt:lpstr>Ripple Forecast: [AOI]</vt:lpstr>
      <vt:lpstr>Socio-Economic Profile: [AOI]</vt:lpstr>
      <vt:lpstr>Appendix</vt:lpstr>
      <vt:lpstr>Data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Western Washington - Atmospheric River Floods</dc:title>
  <dc:creator>Alexander Yerg</dc:creator>
  <cp:lastModifiedBy>Ashley Hoke</cp:lastModifiedBy>
  <cp:revision>27</cp:revision>
  <dcterms:created xsi:type="dcterms:W3CDTF">2025-08-19T14:00:11Z</dcterms:created>
  <dcterms:modified xsi:type="dcterms:W3CDTF">2026-06-05T19:43:03Z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0x010100695AFEE38B0538479F8244DEB061B156</vt:lpwstr>
  </property>
  <property fmtid="{D5CDD505-2E9C-101B-9397-08002B2CF9AE}" pid="3" name="MediaServiceImageTags">
    <vt:lpwstr/>
  </property>
</Properties>
</file>